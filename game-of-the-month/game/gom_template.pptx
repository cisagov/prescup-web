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5240000" cy="7975600"/>
  <p:notesSz cx="15240000" cy="7975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05660-0437-4E96-95CA-CD5BF68EFC93}" v="2" dt="2026-06-08T13:06:29.7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>
      <p:cViewPr varScale="1">
        <p:scale>
          <a:sx n="100" d="100"/>
          <a:sy n="100" d="100"/>
        </p:scale>
        <p:origin x="5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sie Pitts" userId="ceafcb45-55e7-44e0-a58f-8800ca807371" providerId="ADAL" clId="{70FDEF5F-F0C5-4F02-9DF0-1DB72967E0FF}"/>
    <pc:docChg chg="undo custSel addSld modSld">
      <pc:chgData name="Cassie Pitts" userId="ceafcb45-55e7-44e0-a58f-8800ca807371" providerId="ADAL" clId="{70FDEF5F-F0C5-4F02-9DF0-1DB72967E0FF}" dt="2026-06-08T13:08:34.723" v="158" actId="1076"/>
      <pc:docMkLst>
        <pc:docMk/>
      </pc:docMkLst>
      <pc:sldChg chg="addSp modSp add mod">
        <pc:chgData name="Cassie Pitts" userId="ceafcb45-55e7-44e0-a58f-8800ca807371" providerId="ADAL" clId="{70FDEF5F-F0C5-4F02-9DF0-1DB72967E0FF}" dt="2026-06-08T13:08:34.723" v="158" actId="1076"/>
        <pc:sldMkLst>
          <pc:docMk/>
          <pc:sldMk cId="2423829947" sldId="257"/>
        </pc:sldMkLst>
        <pc:spChg chg="add mod">
          <ac:chgData name="Cassie Pitts" userId="ceafcb45-55e7-44e0-a58f-8800ca807371" providerId="ADAL" clId="{70FDEF5F-F0C5-4F02-9DF0-1DB72967E0FF}" dt="2026-06-08T13:07:16.715" v="86" actId="1035"/>
          <ac:spMkLst>
            <pc:docMk/>
            <pc:sldMk cId="2423829947" sldId="257"/>
            <ac:spMk id="2" creationId="{D2577937-C73E-6DF1-DD49-34AAED399438}"/>
          </ac:spMkLst>
        </pc:spChg>
        <pc:spChg chg="add mod">
          <ac:chgData name="Cassie Pitts" userId="ceafcb45-55e7-44e0-a58f-8800ca807371" providerId="ADAL" clId="{70FDEF5F-F0C5-4F02-9DF0-1DB72967E0FF}" dt="2026-06-08T13:08:34.723" v="158" actId="1076"/>
          <ac:spMkLst>
            <pc:docMk/>
            <pc:sldMk cId="2423829947" sldId="257"/>
            <ac:spMk id="3" creationId="{9E7AA61A-CFD5-AF3B-41A5-33E49AA87A8F}"/>
          </ac:spMkLst>
        </pc:spChg>
        <pc:spChg chg="mod">
          <ac:chgData name="Cassie Pitts" userId="ceafcb45-55e7-44e0-a58f-8800ca807371" providerId="ADAL" clId="{70FDEF5F-F0C5-4F02-9DF0-1DB72967E0FF}" dt="2026-06-08T13:08:04.009" v="155" actId="122"/>
          <ac:spMkLst>
            <pc:docMk/>
            <pc:sldMk cId="2423829947" sldId="257"/>
            <ac:spMk id="4" creationId="{627CB060-72EB-CC7E-05D8-7524A918285D}"/>
          </ac:spMkLst>
        </pc:spChg>
        <pc:spChg chg="mod">
          <ac:chgData name="Cassie Pitts" userId="ceafcb45-55e7-44e0-a58f-8800ca807371" providerId="ADAL" clId="{70FDEF5F-F0C5-4F02-9DF0-1DB72967E0FF}" dt="2026-06-08T13:08:16.889" v="156" actId="14100"/>
          <ac:spMkLst>
            <pc:docMk/>
            <pc:sldMk cId="2423829947" sldId="257"/>
            <ac:spMk id="15" creationId="{44EB3F83-F91A-347B-C902-6FF43CA1F7B8}"/>
          </ac:spMkLst>
        </pc:spChg>
        <pc:spChg chg="mod">
          <ac:chgData name="Cassie Pitts" userId="ceafcb45-55e7-44e0-a58f-8800ca807371" providerId="ADAL" clId="{70FDEF5F-F0C5-4F02-9DF0-1DB72967E0FF}" dt="2026-06-08T13:05:32.787" v="61" actId="20577"/>
          <ac:spMkLst>
            <pc:docMk/>
            <pc:sldMk cId="2423829947" sldId="257"/>
            <ac:spMk id="22" creationId="{9EB6686A-6102-885C-5748-11E8E6BC7B0A}"/>
          </ac:spMkLst>
        </pc:spChg>
        <pc:grpChg chg="mod">
          <ac:chgData name="Cassie Pitts" userId="ceafcb45-55e7-44e0-a58f-8800ca807371" providerId="ADAL" clId="{70FDEF5F-F0C5-4F02-9DF0-1DB72967E0FF}" dt="2026-06-08T13:06:16.901" v="63" actId="1076"/>
          <ac:grpSpMkLst>
            <pc:docMk/>
            <pc:sldMk cId="2423829947" sldId="257"/>
            <ac:grpSpMk id="5" creationId="{8F705CF6-C531-52B9-EF75-0A044821095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04000" cy="4000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632825" y="0"/>
            <a:ext cx="6604000" cy="4000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17CBF-9E62-4245-8513-D7E93171A32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48250" y="996950"/>
            <a:ext cx="5143500" cy="2692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24000" y="3838575"/>
            <a:ext cx="12192000" cy="3140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575550"/>
            <a:ext cx="6604000" cy="4000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632825" y="7575550"/>
            <a:ext cx="6604000" cy="4000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8FBBE-8E8F-0C4C-9D4A-3ED1942F5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2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8FBBE-8E8F-0C4C-9D4A-3ED1942F51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2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3000" y="2472436"/>
            <a:ext cx="12954000" cy="1674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5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86000" y="4466336"/>
            <a:ext cx="10668000" cy="1993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5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5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2000" y="1834388"/>
            <a:ext cx="6629400" cy="5263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848600" y="1834388"/>
            <a:ext cx="6629400" cy="5263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5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5239999" cy="7975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4465053" cy="73493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587048" y="1914296"/>
            <a:ext cx="3652951" cy="606130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158381" y="5873829"/>
            <a:ext cx="1855279" cy="18552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9983" y="2686256"/>
            <a:ext cx="7500620" cy="1510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5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34388"/>
            <a:ext cx="13716000" cy="5263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81600" y="7417308"/>
            <a:ext cx="4876800" cy="398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62000" y="7417308"/>
            <a:ext cx="3505200" cy="398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2800" y="7417308"/>
            <a:ext cx="3505200" cy="398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132739" y="6045200"/>
            <a:ext cx="6974840" cy="1294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50" dirty="0">
                <a:solidFill>
                  <a:schemeClr val="bg1"/>
                </a:solidFill>
                <a:latin typeface="Franklin Gothic"/>
                <a:cs typeface="Verdana"/>
              </a:rPr>
              <a:t>Cyberspace Operator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50" dirty="0">
                <a:solidFill>
                  <a:schemeClr val="bg1"/>
                </a:solidFill>
                <a:latin typeface="Franklin Gothic"/>
                <a:cs typeface="Verdana"/>
              </a:rPr>
              <a:t>Exploitation Analyst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endParaRPr lang="en-US" sz="3650" dirty="0">
              <a:solidFill>
                <a:schemeClr val="bg1"/>
              </a:solidFill>
              <a:latin typeface="Franklin Gothic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44449" y="-44450"/>
            <a:ext cx="15290800" cy="8039100"/>
            <a:chOff x="-44449" y="-44450"/>
            <a:chExt cx="15290800" cy="803910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4911090" cy="7950200"/>
            </a:xfrm>
            <a:custGeom>
              <a:avLst/>
              <a:gdLst/>
              <a:ahLst/>
              <a:cxnLst/>
              <a:rect l="l" t="t" r="r" b="b"/>
              <a:pathLst>
                <a:path w="4911090" h="7950200">
                  <a:moveTo>
                    <a:pt x="4910525" y="0"/>
                  </a:moveTo>
                  <a:lnTo>
                    <a:pt x="2572440" y="3151733"/>
                  </a:lnTo>
                  <a:lnTo>
                    <a:pt x="2544318" y="3193551"/>
                  </a:lnTo>
                  <a:lnTo>
                    <a:pt x="2520303" y="3237552"/>
                  </a:lnTo>
                  <a:lnTo>
                    <a:pt x="2500493" y="3283431"/>
                  </a:lnTo>
                  <a:lnTo>
                    <a:pt x="2484989" y="3330884"/>
                  </a:lnTo>
                  <a:lnTo>
                    <a:pt x="2473890" y="3379607"/>
                  </a:lnTo>
                  <a:lnTo>
                    <a:pt x="2467295" y="3429296"/>
                  </a:lnTo>
                  <a:lnTo>
                    <a:pt x="2465303" y="3479647"/>
                  </a:lnTo>
                  <a:lnTo>
                    <a:pt x="2471717" y="4435030"/>
                  </a:lnTo>
                  <a:lnTo>
                    <a:pt x="2469720" y="4485386"/>
                  </a:lnTo>
                  <a:lnTo>
                    <a:pt x="2463122" y="4535078"/>
                  </a:lnTo>
                  <a:lnTo>
                    <a:pt x="2452020" y="4583803"/>
                  </a:lnTo>
                  <a:lnTo>
                    <a:pt x="2436515" y="4631256"/>
                  </a:lnTo>
                  <a:lnTo>
                    <a:pt x="2416705" y="4677133"/>
                  </a:lnTo>
                  <a:lnTo>
                    <a:pt x="2392689" y="4721131"/>
                  </a:lnTo>
                  <a:lnTo>
                    <a:pt x="2364567" y="4762944"/>
                  </a:lnTo>
                  <a:lnTo>
                    <a:pt x="0" y="7949721"/>
                  </a:lnTo>
                </a:path>
              </a:pathLst>
            </a:custGeom>
            <a:ln w="88900">
              <a:solidFill>
                <a:srgbClr val="C12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381495" y="1506294"/>
              <a:ext cx="3858895" cy="6469380"/>
            </a:xfrm>
            <a:custGeom>
              <a:avLst/>
              <a:gdLst/>
              <a:ahLst/>
              <a:cxnLst/>
              <a:rect l="l" t="t" r="r" b="b"/>
              <a:pathLst>
                <a:path w="3858894" h="6469380">
                  <a:moveTo>
                    <a:pt x="3858504" y="0"/>
                  </a:moveTo>
                  <a:lnTo>
                    <a:pt x="1662128" y="2930155"/>
                  </a:lnTo>
                  <a:lnTo>
                    <a:pt x="1633794" y="2971831"/>
                  </a:lnTo>
                  <a:lnTo>
                    <a:pt x="1609557" y="3015710"/>
                  </a:lnTo>
                  <a:lnTo>
                    <a:pt x="1589517" y="3061489"/>
                  </a:lnTo>
                  <a:lnTo>
                    <a:pt x="1573775" y="3108865"/>
                  </a:lnTo>
                  <a:lnTo>
                    <a:pt x="1562431" y="3157533"/>
                  </a:lnTo>
                  <a:lnTo>
                    <a:pt x="1555586" y="3207191"/>
                  </a:lnTo>
                  <a:lnTo>
                    <a:pt x="1553340" y="3257535"/>
                  </a:lnTo>
                  <a:lnTo>
                    <a:pt x="1555004" y="4212931"/>
                  </a:lnTo>
                  <a:lnTo>
                    <a:pt x="1552762" y="4263275"/>
                  </a:lnTo>
                  <a:lnTo>
                    <a:pt x="1545919" y="4312933"/>
                  </a:lnTo>
                  <a:lnTo>
                    <a:pt x="1534575" y="4361602"/>
                  </a:lnTo>
                  <a:lnTo>
                    <a:pt x="1518833" y="4408977"/>
                  </a:lnTo>
                  <a:lnTo>
                    <a:pt x="1498794" y="4454756"/>
                  </a:lnTo>
                  <a:lnTo>
                    <a:pt x="1474558" y="4498636"/>
                  </a:lnTo>
                  <a:lnTo>
                    <a:pt x="1446228" y="4540312"/>
                  </a:lnTo>
                  <a:lnTo>
                    <a:pt x="0" y="646930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6" y="0"/>
              <a:ext cx="3029711" cy="24950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312" y="1758993"/>
              <a:ext cx="2341802" cy="3928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76769" y="275729"/>
              <a:ext cx="695325" cy="1252855"/>
            </a:xfrm>
            <a:custGeom>
              <a:avLst/>
              <a:gdLst/>
              <a:ahLst/>
              <a:cxnLst/>
              <a:rect l="l" t="t" r="r" b="b"/>
              <a:pathLst>
                <a:path w="695325" h="1252855">
                  <a:moveTo>
                    <a:pt x="140157" y="408889"/>
                  </a:moveTo>
                  <a:lnTo>
                    <a:pt x="75184" y="502386"/>
                  </a:lnTo>
                  <a:lnTo>
                    <a:pt x="66636" y="569798"/>
                  </a:lnTo>
                  <a:lnTo>
                    <a:pt x="140157" y="472503"/>
                  </a:lnTo>
                  <a:lnTo>
                    <a:pt x="140157" y="408889"/>
                  </a:lnTo>
                  <a:close/>
                </a:path>
                <a:path w="695325" h="1252855">
                  <a:moveTo>
                    <a:pt x="189064" y="723861"/>
                  </a:moveTo>
                  <a:lnTo>
                    <a:pt x="184962" y="719785"/>
                  </a:lnTo>
                  <a:lnTo>
                    <a:pt x="176974" y="719785"/>
                  </a:lnTo>
                  <a:lnTo>
                    <a:pt x="174383" y="721182"/>
                  </a:lnTo>
                  <a:lnTo>
                    <a:pt x="172694" y="723315"/>
                  </a:lnTo>
                  <a:lnTo>
                    <a:pt x="171500" y="724852"/>
                  </a:lnTo>
                  <a:lnTo>
                    <a:pt x="170789" y="726795"/>
                  </a:lnTo>
                  <a:lnTo>
                    <a:pt x="170789" y="731786"/>
                  </a:lnTo>
                  <a:lnTo>
                    <a:pt x="172199" y="734250"/>
                  </a:lnTo>
                  <a:lnTo>
                    <a:pt x="174269" y="735926"/>
                  </a:lnTo>
                  <a:lnTo>
                    <a:pt x="174383" y="736130"/>
                  </a:lnTo>
                  <a:lnTo>
                    <a:pt x="174675" y="736193"/>
                  </a:lnTo>
                  <a:lnTo>
                    <a:pt x="176174" y="737285"/>
                  </a:lnTo>
                  <a:lnTo>
                    <a:pt x="177927" y="738060"/>
                  </a:lnTo>
                  <a:lnTo>
                    <a:pt x="181444" y="738060"/>
                  </a:lnTo>
                  <a:lnTo>
                    <a:pt x="182905" y="737692"/>
                  </a:lnTo>
                  <a:lnTo>
                    <a:pt x="185102" y="736434"/>
                  </a:lnTo>
                  <a:lnTo>
                    <a:pt x="185242" y="736307"/>
                  </a:lnTo>
                  <a:lnTo>
                    <a:pt x="185508" y="736142"/>
                  </a:lnTo>
                  <a:lnTo>
                    <a:pt x="186385" y="735406"/>
                  </a:lnTo>
                  <a:lnTo>
                    <a:pt x="187147" y="734504"/>
                  </a:lnTo>
                  <a:lnTo>
                    <a:pt x="188353" y="732955"/>
                  </a:lnTo>
                  <a:lnTo>
                    <a:pt x="189064" y="731012"/>
                  </a:lnTo>
                  <a:lnTo>
                    <a:pt x="189064" y="723861"/>
                  </a:lnTo>
                  <a:close/>
                </a:path>
                <a:path w="695325" h="1252855">
                  <a:moveTo>
                    <a:pt x="189064" y="581494"/>
                  </a:moveTo>
                  <a:lnTo>
                    <a:pt x="188950" y="580669"/>
                  </a:lnTo>
                  <a:lnTo>
                    <a:pt x="188722" y="579894"/>
                  </a:lnTo>
                  <a:lnTo>
                    <a:pt x="188633" y="579526"/>
                  </a:lnTo>
                  <a:lnTo>
                    <a:pt x="181584" y="573392"/>
                  </a:lnTo>
                  <a:lnTo>
                    <a:pt x="180936" y="573278"/>
                  </a:lnTo>
                  <a:lnTo>
                    <a:pt x="179603" y="573227"/>
                  </a:lnTo>
                  <a:lnTo>
                    <a:pt x="178371" y="573341"/>
                  </a:lnTo>
                  <a:lnTo>
                    <a:pt x="177749" y="573481"/>
                  </a:lnTo>
                  <a:lnTo>
                    <a:pt x="177609" y="573544"/>
                  </a:lnTo>
                  <a:lnTo>
                    <a:pt x="177317" y="573595"/>
                  </a:lnTo>
                  <a:lnTo>
                    <a:pt x="171551" y="578739"/>
                  </a:lnTo>
                  <a:lnTo>
                    <a:pt x="171437" y="578929"/>
                  </a:lnTo>
                  <a:lnTo>
                    <a:pt x="171272" y="579386"/>
                  </a:lnTo>
                  <a:lnTo>
                    <a:pt x="171132" y="579818"/>
                  </a:lnTo>
                  <a:lnTo>
                    <a:pt x="171094" y="580034"/>
                  </a:lnTo>
                  <a:lnTo>
                    <a:pt x="171030" y="580186"/>
                  </a:lnTo>
                  <a:lnTo>
                    <a:pt x="170992" y="580529"/>
                  </a:lnTo>
                  <a:lnTo>
                    <a:pt x="170903" y="580809"/>
                  </a:lnTo>
                  <a:lnTo>
                    <a:pt x="170789" y="582041"/>
                  </a:lnTo>
                  <a:lnTo>
                    <a:pt x="170789" y="587400"/>
                  </a:lnTo>
                  <a:lnTo>
                    <a:pt x="174891" y="591477"/>
                  </a:lnTo>
                  <a:lnTo>
                    <a:pt x="180225" y="591477"/>
                  </a:lnTo>
                  <a:lnTo>
                    <a:pt x="181444" y="591362"/>
                  </a:lnTo>
                  <a:lnTo>
                    <a:pt x="182118" y="591223"/>
                  </a:lnTo>
                  <a:lnTo>
                    <a:pt x="182308" y="591134"/>
                  </a:lnTo>
                  <a:lnTo>
                    <a:pt x="183413" y="590791"/>
                  </a:lnTo>
                  <a:lnTo>
                    <a:pt x="184391" y="590308"/>
                  </a:lnTo>
                  <a:lnTo>
                    <a:pt x="185521" y="589559"/>
                  </a:lnTo>
                  <a:lnTo>
                    <a:pt x="186385" y="588797"/>
                  </a:lnTo>
                  <a:lnTo>
                    <a:pt x="187045" y="588086"/>
                  </a:lnTo>
                  <a:lnTo>
                    <a:pt x="188861" y="584174"/>
                  </a:lnTo>
                  <a:lnTo>
                    <a:pt x="188950" y="583895"/>
                  </a:lnTo>
                  <a:lnTo>
                    <a:pt x="189064" y="582663"/>
                  </a:lnTo>
                  <a:lnTo>
                    <a:pt x="189064" y="581494"/>
                  </a:lnTo>
                  <a:close/>
                </a:path>
                <a:path w="695325" h="1252855">
                  <a:moveTo>
                    <a:pt x="240741" y="318198"/>
                  </a:moveTo>
                  <a:lnTo>
                    <a:pt x="236651" y="314121"/>
                  </a:lnTo>
                  <a:lnTo>
                    <a:pt x="231609" y="314121"/>
                  </a:lnTo>
                  <a:lnTo>
                    <a:pt x="226555" y="314121"/>
                  </a:lnTo>
                  <a:lnTo>
                    <a:pt x="222478" y="318198"/>
                  </a:lnTo>
                  <a:lnTo>
                    <a:pt x="222478" y="328295"/>
                  </a:lnTo>
                  <a:lnTo>
                    <a:pt x="226555" y="332371"/>
                  </a:lnTo>
                  <a:lnTo>
                    <a:pt x="236651" y="332371"/>
                  </a:lnTo>
                  <a:lnTo>
                    <a:pt x="240741" y="328295"/>
                  </a:lnTo>
                  <a:lnTo>
                    <a:pt x="240741" y="318198"/>
                  </a:lnTo>
                  <a:close/>
                </a:path>
                <a:path w="695325" h="1252855">
                  <a:moveTo>
                    <a:pt x="332841" y="354469"/>
                  </a:moveTo>
                  <a:lnTo>
                    <a:pt x="324840" y="352044"/>
                  </a:lnTo>
                  <a:lnTo>
                    <a:pt x="317881" y="347700"/>
                  </a:lnTo>
                  <a:lnTo>
                    <a:pt x="312280" y="341744"/>
                  </a:lnTo>
                  <a:lnTo>
                    <a:pt x="308356" y="334505"/>
                  </a:lnTo>
                  <a:lnTo>
                    <a:pt x="261188" y="334505"/>
                  </a:lnTo>
                  <a:lnTo>
                    <a:pt x="256540" y="342722"/>
                  </a:lnTo>
                  <a:lnTo>
                    <a:pt x="249758" y="349173"/>
                  </a:lnTo>
                  <a:lnTo>
                    <a:pt x="241287" y="353377"/>
                  </a:lnTo>
                  <a:lnTo>
                    <a:pt x="231622" y="354888"/>
                  </a:lnTo>
                  <a:lnTo>
                    <a:pt x="221945" y="353377"/>
                  </a:lnTo>
                  <a:lnTo>
                    <a:pt x="213474" y="349173"/>
                  </a:lnTo>
                  <a:lnTo>
                    <a:pt x="206679" y="342722"/>
                  </a:lnTo>
                  <a:lnTo>
                    <a:pt x="202044" y="334505"/>
                  </a:lnTo>
                  <a:lnTo>
                    <a:pt x="191833" y="334505"/>
                  </a:lnTo>
                  <a:lnTo>
                    <a:pt x="162687" y="376453"/>
                  </a:lnTo>
                  <a:lnTo>
                    <a:pt x="162687" y="480060"/>
                  </a:lnTo>
                  <a:lnTo>
                    <a:pt x="60947" y="614718"/>
                  </a:lnTo>
                  <a:lnTo>
                    <a:pt x="45250" y="738200"/>
                  </a:lnTo>
                  <a:lnTo>
                    <a:pt x="45186" y="738733"/>
                  </a:lnTo>
                  <a:lnTo>
                    <a:pt x="45097" y="739419"/>
                  </a:lnTo>
                  <a:lnTo>
                    <a:pt x="44996" y="740270"/>
                  </a:lnTo>
                  <a:lnTo>
                    <a:pt x="44881" y="741184"/>
                  </a:lnTo>
                  <a:lnTo>
                    <a:pt x="153047" y="599059"/>
                  </a:lnTo>
                  <a:lnTo>
                    <a:pt x="149999" y="594220"/>
                  </a:lnTo>
                  <a:lnTo>
                    <a:pt x="148259" y="588479"/>
                  </a:lnTo>
                  <a:lnTo>
                    <a:pt x="148259" y="582345"/>
                  </a:lnTo>
                  <a:lnTo>
                    <a:pt x="150749" y="570039"/>
                  </a:lnTo>
                  <a:lnTo>
                    <a:pt x="157530" y="559981"/>
                  </a:lnTo>
                  <a:lnTo>
                    <a:pt x="167449" y="553288"/>
                  </a:lnTo>
                  <a:lnTo>
                    <a:pt x="167106" y="553288"/>
                  </a:lnTo>
                  <a:lnTo>
                    <a:pt x="178015" y="551078"/>
                  </a:lnTo>
                  <a:lnTo>
                    <a:pt x="184848" y="551078"/>
                  </a:lnTo>
                  <a:lnTo>
                    <a:pt x="195503" y="554812"/>
                  </a:lnTo>
                  <a:lnTo>
                    <a:pt x="195935" y="555028"/>
                  </a:lnTo>
                  <a:lnTo>
                    <a:pt x="196316" y="555282"/>
                  </a:lnTo>
                  <a:lnTo>
                    <a:pt x="197192" y="555802"/>
                  </a:lnTo>
                  <a:lnTo>
                    <a:pt x="198018" y="556374"/>
                  </a:lnTo>
                  <a:lnTo>
                    <a:pt x="208457" y="568642"/>
                  </a:lnTo>
                  <a:lnTo>
                    <a:pt x="208699" y="569087"/>
                  </a:lnTo>
                  <a:lnTo>
                    <a:pt x="209486" y="570992"/>
                  </a:lnTo>
                  <a:lnTo>
                    <a:pt x="210146" y="572858"/>
                  </a:lnTo>
                  <a:lnTo>
                    <a:pt x="210172" y="572998"/>
                  </a:lnTo>
                  <a:lnTo>
                    <a:pt x="210693" y="574763"/>
                  </a:lnTo>
                  <a:lnTo>
                    <a:pt x="210832" y="575360"/>
                  </a:lnTo>
                  <a:lnTo>
                    <a:pt x="210947" y="575995"/>
                  </a:lnTo>
                  <a:lnTo>
                    <a:pt x="211061" y="576414"/>
                  </a:lnTo>
                  <a:lnTo>
                    <a:pt x="211112" y="576884"/>
                  </a:lnTo>
                  <a:lnTo>
                    <a:pt x="211201" y="577329"/>
                  </a:lnTo>
                  <a:lnTo>
                    <a:pt x="211239" y="577469"/>
                  </a:lnTo>
                  <a:lnTo>
                    <a:pt x="211340" y="578269"/>
                  </a:lnTo>
                  <a:lnTo>
                    <a:pt x="211416" y="579043"/>
                  </a:lnTo>
                  <a:lnTo>
                    <a:pt x="211480" y="579805"/>
                  </a:lnTo>
                  <a:lnTo>
                    <a:pt x="211543" y="584581"/>
                  </a:lnTo>
                  <a:lnTo>
                    <a:pt x="211416" y="585660"/>
                  </a:lnTo>
                  <a:lnTo>
                    <a:pt x="211315" y="586651"/>
                  </a:lnTo>
                  <a:lnTo>
                    <a:pt x="211239" y="587171"/>
                  </a:lnTo>
                  <a:lnTo>
                    <a:pt x="211137" y="587679"/>
                  </a:lnTo>
                  <a:lnTo>
                    <a:pt x="211061" y="588200"/>
                  </a:lnTo>
                  <a:lnTo>
                    <a:pt x="208889" y="595122"/>
                  </a:lnTo>
                  <a:lnTo>
                    <a:pt x="208699" y="595604"/>
                  </a:lnTo>
                  <a:lnTo>
                    <a:pt x="208013" y="596976"/>
                  </a:lnTo>
                  <a:lnTo>
                    <a:pt x="207746" y="597433"/>
                  </a:lnTo>
                  <a:lnTo>
                    <a:pt x="207340" y="598208"/>
                  </a:lnTo>
                  <a:lnTo>
                    <a:pt x="202984" y="603986"/>
                  </a:lnTo>
                  <a:lnTo>
                    <a:pt x="202450" y="604596"/>
                  </a:lnTo>
                  <a:lnTo>
                    <a:pt x="201879" y="605167"/>
                  </a:lnTo>
                  <a:lnTo>
                    <a:pt x="200393" y="606501"/>
                  </a:lnTo>
                  <a:lnTo>
                    <a:pt x="198450" y="608012"/>
                  </a:lnTo>
                  <a:lnTo>
                    <a:pt x="198018" y="608291"/>
                  </a:lnTo>
                  <a:lnTo>
                    <a:pt x="197624" y="608584"/>
                  </a:lnTo>
                  <a:lnTo>
                    <a:pt x="183718" y="614006"/>
                  </a:lnTo>
                  <a:lnTo>
                    <a:pt x="175361" y="614006"/>
                  </a:lnTo>
                  <a:lnTo>
                    <a:pt x="171119" y="612762"/>
                  </a:lnTo>
                  <a:lnTo>
                    <a:pt x="170954" y="612762"/>
                  </a:lnTo>
                  <a:lnTo>
                    <a:pt x="39217" y="785850"/>
                  </a:lnTo>
                  <a:lnTo>
                    <a:pt x="23075" y="913130"/>
                  </a:lnTo>
                  <a:lnTo>
                    <a:pt x="152920" y="745388"/>
                  </a:lnTo>
                  <a:lnTo>
                    <a:pt x="149936" y="740600"/>
                  </a:lnTo>
                  <a:lnTo>
                    <a:pt x="148259" y="734949"/>
                  </a:lnTo>
                  <a:lnTo>
                    <a:pt x="148259" y="728903"/>
                  </a:lnTo>
                  <a:lnTo>
                    <a:pt x="150736" y="716610"/>
                  </a:lnTo>
                  <a:lnTo>
                    <a:pt x="157530" y="706526"/>
                  </a:lnTo>
                  <a:lnTo>
                    <a:pt x="167589" y="699731"/>
                  </a:lnTo>
                  <a:lnTo>
                    <a:pt x="178892" y="697445"/>
                  </a:lnTo>
                  <a:lnTo>
                    <a:pt x="183464" y="697445"/>
                  </a:lnTo>
                  <a:lnTo>
                    <a:pt x="188963" y="698360"/>
                  </a:lnTo>
                  <a:lnTo>
                    <a:pt x="188163" y="698360"/>
                  </a:lnTo>
                  <a:lnTo>
                    <a:pt x="189547" y="698728"/>
                  </a:lnTo>
                  <a:lnTo>
                    <a:pt x="195808" y="701548"/>
                  </a:lnTo>
                  <a:lnTo>
                    <a:pt x="196430" y="701890"/>
                  </a:lnTo>
                  <a:lnTo>
                    <a:pt x="197027" y="702259"/>
                  </a:lnTo>
                  <a:lnTo>
                    <a:pt x="198018" y="702957"/>
                  </a:lnTo>
                  <a:lnTo>
                    <a:pt x="198450" y="703237"/>
                  </a:lnTo>
                  <a:lnTo>
                    <a:pt x="209080" y="716610"/>
                  </a:lnTo>
                  <a:lnTo>
                    <a:pt x="209486" y="717550"/>
                  </a:lnTo>
                  <a:lnTo>
                    <a:pt x="209651" y="718032"/>
                  </a:lnTo>
                  <a:lnTo>
                    <a:pt x="209854" y="718527"/>
                  </a:lnTo>
                  <a:lnTo>
                    <a:pt x="210337" y="720026"/>
                  </a:lnTo>
                  <a:lnTo>
                    <a:pt x="210629" y="721144"/>
                  </a:lnTo>
                  <a:lnTo>
                    <a:pt x="210515" y="737057"/>
                  </a:lnTo>
                  <a:lnTo>
                    <a:pt x="210197" y="738200"/>
                  </a:lnTo>
                  <a:lnTo>
                    <a:pt x="210019" y="738733"/>
                  </a:lnTo>
                  <a:lnTo>
                    <a:pt x="209918" y="739076"/>
                  </a:lnTo>
                  <a:lnTo>
                    <a:pt x="209804" y="739419"/>
                  </a:lnTo>
                  <a:lnTo>
                    <a:pt x="209651" y="739762"/>
                  </a:lnTo>
                  <a:lnTo>
                    <a:pt x="209486" y="740270"/>
                  </a:lnTo>
                  <a:lnTo>
                    <a:pt x="205892" y="746975"/>
                  </a:lnTo>
                  <a:lnTo>
                    <a:pt x="205473" y="747610"/>
                  </a:lnTo>
                  <a:lnTo>
                    <a:pt x="204012" y="749465"/>
                  </a:lnTo>
                  <a:lnTo>
                    <a:pt x="203441" y="750125"/>
                  </a:lnTo>
                  <a:lnTo>
                    <a:pt x="202806" y="750747"/>
                  </a:lnTo>
                  <a:lnTo>
                    <a:pt x="202298" y="751319"/>
                  </a:lnTo>
                  <a:lnTo>
                    <a:pt x="182892" y="760577"/>
                  </a:lnTo>
                  <a:lnTo>
                    <a:pt x="176720" y="760577"/>
                  </a:lnTo>
                  <a:lnTo>
                    <a:pt x="171640" y="759790"/>
                  </a:lnTo>
                  <a:lnTo>
                    <a:pt x="172593" y="759790"/>
                  </a:lnTo>
                  <a:lnTo>
                    <a:pt x="170700" y="759218"/>
                  </a:lnTo>
                  <a:lnTo>
                    <a:pt x="17475" y="957160"/>
                  </a:lnTo>
                  <a:lnTo>
                    <a:pt x="0" y="1094790"/>
                  </a:lnTo>
                  <a:lnTo>
                    <a:pt x="189268" y="853694"/>
                  </a:lnTo>
                  <a:lnTo>
                    <a:pt x="266814" y="760577"/>
                  </a:lnTo>
                  <a:lnTo>
                    <a:pt x="272389" y="753884"/>
                  </a:lnTo>
                  <a:lnTo>
                    <a:pt x="272389" y="697445"/>
                  </a:lnTo>
                  <a:lnTo>
                    <a:pt x="272389" y="614006"/>
                  </a:lnTo>
                  <a:lnTo>
                    <a:pt x="272389" y="551078"/>
                  </a:lnTo>
                  <a:lnTo>
                    <a:pt x="272389" y="432917"/>
                  </a:lnTo>
                  <a:lnTo>
                    <a:pt x="279869" y="430237"/>
                  </a:lnTo>
                  <a:lnTo>
                    <a:pt x="301510" y="418401"/>
                  </a:lnTo>
                  <a:lnTo>
                    <a:pt x="318236" y="400926"/>
                  </a:lnTo>
                  <a:lnTo>
                    <a:pt x="329018" y="379272"/>
                  </a:lnTo>
                  <a:lnTo>
                    <a:pt x="332828" y="354888"/>
                  </a:lnTo>
                  <a:lnTo>
                    <a:pt x="332841" y="354469"/>
                  </a:lnTo>
                  <a:close/>
                </a:path>
                <a:path w="695325" h="1252855">
                  <a:moveTo>
                    <a:pt x="347091" y="322199"/>
                  </a:moveTo>
                  <a:lnTo>
                    <a:pt x="346913" y="321195"/>
                  </a:lnTo>
                  <a:lnTo>
                    <a:pt x="345351" y="316661"/>
                  </a:lnTo>
                  <a:lnTo>
                    <a:pt x="341947" y="314121"/>
                  </a:lnTo>
                  <a:lnTo>
                    <a:pt x="332905" y="314121"/>
                  </a:lnTo>
                  <a:lnTo>
                    <a:pt x="328828" y="318198"/>
                  </a:lnTo>
                  <a:lnTo>
                    <a:pt x="328828" y="324408"/>
                  </a:lnTo>
                  <a:lnTo>
                    <a:pt x="329069" y="325551"/>
                  </a:lnTo>
                  <a:lnTo>
                    <a:pt x="330796" y="329971"/>
                  </a:lnTo>
                  <a:lnTo>
                    <a:pt x="334111" y="332371"/>
                  </a:lnTo>
                  <a:lnTo>
                    <a:pt x="337959" y="332371"/>
                  </a:lnTo>
                  <a:lnTo>
                    <a:pt x="343014" y="332371"/>
                  </a:lnTo>
                  <a:lnTo>
                    <a:pt x="347091" y="328295"/>
                  </a:lnTo>
                  <a:lnTo>
                    <a:pt x="347091" y="322199"/>
                  </a:lnTo>
                  <a:close/>
                </a:path>
                <a:path w="695325" h="1252855">
                  <a:moveTo>
                    <a:pt x="388099" y="311975"/>
                  </a:moveTo>
                  <a:lnTo>
                    <a:pt x="383209" y="298945"/>
                  </a:lnTo>
                  <a:lnTo>
                    <a:pt x="382790" y="297891"/>
                  </a:lnTo>
                  <a:lnTo>
                    <a:pt x="382333" y="296824"/>
                  </a:lnTo>
                  <a:lnTo>
                    <a:pt x="381850" y="295770"/>
                  </a:lnTo>
                  <a:lnTo>
                    <a:pt x="381723" y="295554"/>
                  </a:lnTo>
                  <a:lnTo>
                    <a:pt x="381685" y="295402"/>
                  </a:lnTo>
                  <a:lnTo>
                    <a:pt x="381508" y="295008"/>
                  </a:lnTo>
                  <a:lnTo>
                    <a:pt x="381101" y="294233"/>
                  </a:lnTo>
                  <a:lnTo>
                    <a:pt x="380593" y="293103"/>
                  </a:lnTo>
                  <a:lnTo>
                    <a:pt x="379984" y="291833"/>
                  </a:lnTo>
                  <a:lnTo>
                    <a:pt x="379857" y="291592"/>
                  </a:lnTo>
                  <a:lnTo>
                    <a:pt x="379387" y="290677"/>
                  </a:lnTo>
                  <a:lnTo>
                    <a:pt x="379272" y="290499"/>
                  </a:lnTo>
                  <a:lnTo>
                    <a:pt x="379145" y="290207"/>
                  </a:lnTo>
                  <a:lnTo>
                    <a:pt x="377456" y="287020"/>
                  </a:lnTo>
                  <a:lnTo>
                    <a:pt x="375627" y="283794"/>
                  </a:lnTo>
                  <a:lnTo>
                    <a:pt x="374662" y="282143"/>
                  </a:lnTo>
                  <a:lnTo>
                    <a:pt x="373151" y="279666"/>
                  </a:lnTo>
                  <a:lnTo>
                    <a:pt x="372668" y="278955"/>
                  </a:lnTo>
                  <a:lnTo>
                    <a:pt x="371132" y="276466"/>
                  </a:lnTo>
                  <a:lnTo>
                    <a:pt x="370014" y="274942"/>
                  </a:lnTo>
                  <a:lnTo>
                    <a:pt x="369506" y="274129"/>
                  </a:lnTo>
                  <a:lnTo>
                    <a:pt x="368414" y="272567"/>
                  </a:lnTo>
                  <a:lnTo>
                    <a:pt x="364998" y="267970"/>
                  </a:lnTo>
                  <a:lnTo>
                    <a:pt x="363791" y="266496"/>
                  </a:lnTo>
                  <a:lnTo>
                    <a:pt x="362661" y="265074"/>
                  </a:lnTo>
                  <a:lnTo>
                    <a:pt x="361480" y="263639"/>
                  </a:lnTo>
                  <a:lnTo>
                    <a:pt x="359168" y="260908"/>
                  </a:lnTo>
                  <a:lnTo>
                    <a:pt x="357974" y="259588"/>
                  </a:lnTo>
                  <a:lnTo>
                    <a:pt x="356628" y="258165"/>
                  </a:lnTo>
                  <a:lnTo>
                    <a:pt x="356438" y="257924"/>
                  </a:lnTo>
                  <a:lnTo>
                    <a:pt x="356044" y="257543"/>
                  </a:lnTo>
                  <a:lnTo>
                    <a:pt x="354838" y="256260"/>
                  </a:lnTo>
                  <a:lnTo>
                    <a:pt x="353606" y="255003"/>
                  </a:lnTo>
                  <a:lnTo>
                    <a:pt x="351193" y="252603"/>
                  </a:lnTo>
                  <a:lnTo>
                    <a:pt x="350024" y="251485"/>
                  </a:lnTo>
                  <a:lnTo>
                    <a:pt x="347065" y="248780"/>
                  </a:lnTo>
                  <a:lnTo>
                    <a:pt x="346227" y="248094"/>
                  </a:lnTo>
                  <a:lnTo>
                    <a:pt x="345198" y="247205"/>
                  </a:lnTo>
                  <a:lnTo>
                    <a:pt x="344462" y="246532"/>
                  </a:lnTo>
                  <a:lnTo>
                    <a:pt x="343700" y="245872"/>
                  </a:lnTo>
                  <a:lnTo>
                    <a:pt x="342887" y="245237"/>
                  </a:lnTo>
                  <a:lnTo>
                    <a:pt x="341401" y="244017"/>
                  </a:lnTo>
                  <a:lnTo>
                    <a:pt x="339813" y="242760"/>
                  </a:lnTo>
                  <a:lnTo>
                    <a:pt x="338099" y="241477"/>
                  </a:lnTo>
                  <a:lnTo>
                    <a:pt x="337159" y="240741"/>
                  </a:lnTo>
                  <a:lnTo>
                    <a:pt x="334987" y="239166"/>
                  </a:lnTo>
                  <a:lnTo>
                    <a:pt x="334733" y="238963"/>
                  </a:lnTo>
                  <a:lnTo>
                    <a:pt x="333171" y="237883"/>
                  </a:lnTo>
                  <a:lnTo>
                    <a:pt x="313893" y="226758"/>
                  </a:lnTo>
                  <a:lnTo>
                    <a:pt x="312839" y="226225"/>
                  </a:lnTo>
                  <a:lnTo>
                    <a:pt x="311721" y="225742"/>
                  </a:lnTo>
                  <a:lnTo>
                    <a:pt x="310095" y="224993"/>
                  </a:lnTo>
                  <a:lnTo>
                    <a:pt x="308444" y="224282"/>
                  </a:lnTo>
                  <a:lnTo>
                    <a:pt x="305142" y="222923"/>
                  </a:lnTo>
                  <a:lnTo>
                    <a:pt x="301828" y="221665"/>
                  </a:lnTo>
                  <a:lnTo>
                    <a:pt x="298005" y="220319"/>
                  </a:lnTo>
                  <a:lnTo>
                    <a:pt x="296608" y="219875"/>
                  </a:lnTo>
                  <a:lnTo>
                    <a:pt x="294906" y="219290"/>
                  </a:lnTo>
                  <a:lnTo>
                    <a:pt x="289928" y="217868"/>
                  </a:lnTo>
                  <a:lnTo>
                    <a:pt x="289217" y="217703"/>
                  </a:lnTo>
                  <a:lnTo>
                    <a:pt x="288201" y="217411"/>
                  </a:lnTo>
                  <a:lnTo>
                    <a:pt x="285521" y="216750"/>
                  </a:lnTo>
                  <a:lnTo>
                    <a:pt x="282117" y="215976"/>
                  </a:lnTo>
                  <a:lnTo>
                    <a:pt x="280924" y="215760"/>
                  </a:lnTo>
                  <a:lnTo>
                    <a:pt x="279184" y="215404"/>
                  </a:lnTo>
                  <a:lnTo>
                    <a:pt x="278015" y="215188"/>
                  </a:lnTo>
                  <a:lnTo>
                    <a:pt x="276847" y="215023"/>
                  </a:lnTo>
                  <a:lnTo>
                    <a:pt x="273558" y="214414"/>
                  </a:lnTo>
                  <a:lnTo>
                    <a:pt x="273177" y="214414"/>
                  </a:lnTo>
                  <a:lnTo>
                    <a:pt x="271767" y="214210"/>
                  </a:lnTo>
                  <a:lnTo>
                    <a:pt x="266153" y="213563"/>
                  </a:lnTo>
                  <a:lnTo>
                    <a:pt x="262356" y="213271"/>
                  </a:lnTo>
                  <a:lnTo>
                    <a:pt x="241274" y="213271"/>
                  </a:lnTo>
                  <a:lnTo>
                    <a:pt x="237578" y="213563"/>
                  </a:lnTo>
                  <a:lnTo>
                    <a:pt x="228587" y="215023"/>
                  </a:lnTo>
                  <a:lnTo>
                    <a:pt x="229260" y="215023"/>
                  </a:lnTo>
                  <a:lnTo>
                    <a:pt x="200418" y="222923"/>
                  </a:lnTo>
                  <a:lnTo>
                    <a:pt x="200596" y="222923"/>
                  </a:lnTo>
                  <a:lnTo>
                    <a:pt x="174269" y="236715"/>
                  </a:lnTo>
                  <a:lnTo>
                    <a:pt x="151409" y="255676"/>
                  </a:lnTo>
                  <a:lnTo>
                    <a:pt x="132943" y="278955"/>
                  </a:lnTo>
                  <a:lnTo>
                    <a:pt x="126161" y="290499"/>
                  </a:lnTo>
                  <a:lnTo>
                    <a:pt x="96875" y="340931"/>
                  </a:lnTo>
                  <a:lnTo>
                    <a:pt x="96647" y="341287"/>
                  </a:lnTo>
                  <a:lnTo>
                    <a:pt x="95961" y="342544"/>
                  </a:lnTo>
                  <a:lnTo>
                    <a:pt x="95897" y="342696"/>
                  </a:lnTo>
                  <a:lnTo>
                    <a:pt x="95758" y="342912"/>
                  </a:lnTo>
                  <a:lnTo>
                    <a:pt x="95643" y="343141"/>
                  </a:lnTo>
                  <a:lnTo>
                    <a:pt x="95478" y="343408"/>
                  </a:lnTo>
                  <a:lnTo>
                    <a:pt x="95389" y="343573"/>
                  </a:lnTo>
                  <a:lnTo>
                    <a:pt x="81330" y="454088"/>
                  </a:lnTo>
                  <a:lnTo>
                    <a:pt x="180060" y="311975"/>
                  </a:lnTo>
                  <a:lnTo>
                    <a:pt x="202044" y="311975"/>
                  </a:lnTo>
                  <a:lnTo>
                    <a:pt x="206679" y="303758"/>
                  </a:lnTo>
                  <a:lnTo>
                    <a:pt x="213474" y="297319"/>
                  </a:lnTo>
                  <a:lnTo>
                    <a:pt x="221945" y="293103"/>
                  </a:lnTo>
                  <a:lnTo>
                    <a:pt x="231622" y="291592"/>
                  </a:lnTo>
                  <a:lnTo>
                    <a:pt x="241287" y="293103"/>
                  </a:lnTo>
                  <a:lnTo>
                    <a:pt x="249758" y="297319"/>
                  </a:lnTo>
                  <a:lnTo>
                    <a:pt x="256540" y="303758"/>
                  </a:lnTo>
                  <a:lnTo>
                    <a:pt x="261188" y="311975"/>
                  </a:lnTo>
                  <a:lnTo>
                    <a:pt x="308356" y="311975"/>
                  </a:lnTo>
                  <a:lnTo>
                    <a:pt x="313004" y="303758"/>
                  </a:lnTo>
                  <a:lnTo>
                    <a:pt x="319798" y="297319"/>
                  </a:lnTo>
                  <a:lnTo>
                    <a:pt x="328282" y="293103"/>
                  </a:lnTo>
                  <a:lnTo>
                    <a:pt x="337959" y="291592"/>
                  </a:lnTo>
                  <a:lnTo>
                    <a:pt x="347624" y="293103"/>
                  </a:lnTo>
                  <a:lnTo>
                    <a:pt x="356108" y="297319"/>
                  </a:lnTo>
                  <a:lnTo>
                    <a:pt x="362902" y="303758"/>
                  </a:lnTo>
                  <a:lnTo>
                    <a:pt x="367550" y="311975"/>
                  </a:lnTo>
                  <a:lnTo>
                    <a:pt x="388099" y="311975"/>
                  </a:lnTo>
                  <a:close/>
                </a:path>
                <a:path w="695325" h="1252855">
                  <a:moveTo>
                    <a:pt x="394703" y="347967"/>
                  </a:moveTo>
                  <a:lnTo>
                    <a:pt x="394220" y="341147"/>
                  </a:lnTo>
                  <a:lnTo>
                    <a:pt x="393255" y="334505"/>
                  </a:lnTo>
                  <a:lnTo>
                    <a:pt x="367550" y="334505"/>
                  </a:lnTo>
                  <a:lnTo>
                    <a:pt x="365125" y="340779"/>
                  </a:lnTo>
                  <a:lnTo>
                    <a:pt x="360794" y="346125"/>
                  </a:lnTo>
                  <a:lnTo>
                    <a:pt x="355231" y="349732"/>
                  </a:lnTo>
                  <a:lnTo>
                    <a:pt x="355384" y="354876"/>
                  </a:lnTo>
                  <a:lnTo>
                    <a:pt x="351066" y="384263"/>
                  </a:lnTo>
                  <a:lnTo>
                    <a:pt x="338836" y="410679"/>
                  </a:lnTo>
                  <a:lnTo>
                    <a:pt x="319760" y="432587"/>
                  </a:lnTo>
                  <a:lnTo>
                    <a:pt x="294919" y="448437"/>
                  </a:lnTo>
                  <a:lnTo>
                    <a:pt x="294919" y="726833"/>
                  </a:lnTo>
                  <a:lnTo>
                    <a:pt x="344106" y="667766"/>
                  </a:lnTo>
                  <a:lnTo>
                    <a:pt x="344106" y="463461"/>
                  </a:lnTo>
                  <a:lnTo>
                    <a:pt x="365048" y="441642"/>
                  </a:lnTo>
                  <a:lnTo>
                    <a:pt x="381000" y="415759"/>
                  </a:lnTo>
                  <a:lnTo>
                    <a:pt x="391147" y="386575"/>
                  </a:lnTo>
                  <a:lnTo>
                    <a:pt x="394703" y="354876"/>
                  </a:lnTo>
                  <a:lnTo>
                    <a:pt x="394703" y="347967"/>
                  </a:lnTo>
                  <a:close/>
                </a:path>
                <a:path w="695325" h="1252855">
                  <a:moveTo>
                    <a:pt x="614121" y="445731"/>
                  </a:moveTo>
                  <a:lnTo>
                    <a:pt x="611225" y="385749"/>
                  </a:lnTo>
                  <a:lnTo>
                    <a:pt x="603275" y="342138"/>
                  </a:lnTo>
                  <a:lnTo>
                    <a:pt x="593394" y="312153"/>
                  </a:lnTo>
                  <a:lnTo>
                    <a:pt x="582142" y="288048"/>
                  </a:lnTo>
                  <a:lnTo>
                    <a:pt x="514870" y="288048"/>
                  </a:lnTo>
                  <a:lnTo>
                    <a:pt x="471411" y="244589"/>
                  </a:lnTo>
                  <a:lnTo>
                    <a:pt x="374650" y="244589"/>
                  </a:lnTo>
                  <a:lnTo>
                    <a:pt x="392455" y="268185"/>
                  </a:lnTo>
                  <a:lnTo>
                    <a:pt x="405853" y="294792"/>
                  </a:lnTo>
                  <a:lnTo>
                    <a:pt x="414299" y="323875"/>
                  </a:lnTo>
                  <a:lnTo>
                    <a:pt x="417233" y="354863"/>
                  </a:lnTo>
                  <a:lnTo>
                    <a:pt x="413867" y="388048"/>
                  </a:lnTo>
                  <a:lnTo>
                    <a:pt x="404050" y="419455"/>
                  </a:lnTo>
                  <a:lnTo>
                    <a:pt x="388175" y="448233"/>
                  </a:lnTo>
                  <a:lnTo>
                    <a:pt x="366649" y="473494"/>
                  </a:lnTo>
                  <a:lnTo>
                    <a:pt x="366649" y="675906"/>
                  </a:lnTo>
                  <a:lnTo>
                    <a:pt x="198081" y="878293"/>
                  </a:lnTo>
                  <a:lnTo>
                    <a:pt x="518668" y="878293"/>
                  </a:lnTo>
                  <a:lnTo>
                    <a:pt x="521220" y="820750"/>
                  </a:lnTo>
                  <a:lnTo>
                    <a:pt x="528307" y="770648"/>
                  </a:lnTo>
                  <a:lnTo>
                    <a:pt x="538822" y="726414"/>
                  </a:lnTo>
                  <a:lnTo>
                    <a:pt x="551649" y="686422"/>
                  </a:lnTo>
                  <a:lnTo>
                    <a:pt x="565645" y="649071"/>
                  </a:lnTo>
                  <a:lnTo>
                    <a:pt x="579716" y="612762"/>
                  </a:lnTo>
                  <a:lnTo>
                    <a:pt x="592709" y="575868"/>
                  </a:lnTo>
                  <a:lnTo>
                    <a:pt x="603529" y="536816"/>
                  </a:lnTo>
                  <a:lnTo>
                    <a:pt x="611035" y="493966"/>
                  </a:lnTo>
                  <a:lnTo>
                    <a:pt x="614121" y="445731"/>
                  </a:lnTo>
                  <a:close/>
                </a:path>
                <a:path w="695325" h="1252855">
                  <a:moveTo>
                    <a:pt x="626224" y="1094790"/>
                  </a:moveTo>
                  <a:lnTo>
                    <a:pt x="624090" y="1079195"/>
                  </a:lnTo>
                  <a:lnTo>
                    <a:pt x="618083" y="1065276"/>
                  </a:lnTo>
                  <a:lnTo>
                    <a:pt x="608787" y="1053642"/>
                  </a:lnTo>
                  <a:lnTo>
                    <a:pt x="596823" y="1044917"/>
                  </a:lnTo>
                  <a:lnTo>
                    <a:pt x="564819" y="1019302"/>
                  </a:lnTo>
                  <a:lnTo>
                    <a:pt x="540042" y="984516"/>
                  </a:lnTo>
                  <a:lnTo>
                    <a:pt x="523900" y="944003"/>
                  </a:lnTo>
                  <a:lnTo>
                    <a:pt x="518134" y="901471"/>
                  </a:lnTo>
                  <a:lnTo>
                    <a:pt x="186728" y="901471"/>
                  </a:lnTo>
                  <a:lnTo>
                    <a:pt x="180962" y="944003"/>
                  </a:lnTo>
                  <a:lnTo>
                    <a:pt x="164820" y="984516"/>
                  </a:lnTo>
                  <a:lnTo>
                    <a:pt x="140042" y="1019302"/>
                  </a:lnTo>
                  <a:lnTo>
                    <a:pt x="108038" y="1044917"/>
                  </a:lnTo>
                  <a:lnTo>
                    <a:pt x="96075" y="1053642"/>
                  </a:lnTo>
                  <a:lnTo>
                    <a:pt x="86791" y="1065276"/>
                  </a:lnTo>
                  <a:lnTo>
                    <a:pt x="80784" y="1079195"/>
                  </a:lnTo>
                  <a:lnTo>
                    <a:pt x="78651" y="1094790"/>
                  </a:lnTo>
                  <a:lnTo>
                    <a:pt x="626224" y="1094790"/>
                  </a:lnTo>
                  <a:close/>
                </a:path>
                <a:path w="695325" h="1252855">
                  <a:moveTo>
                    <a:pt x="659041" y="1173759"/>
                  </a:moveTo>
                  <a:lnTo>
                    <a:pt x="654710" y="1151813"/>
                  </a:lnTo>
                  <a:lnTo>
                    <a:pt x="642912" y="1133894"/>
                  </a:lnTo>
                  <a:lnTo>
                    <a:pt x="625411" y="1121803"/>
                  </a:lnTo>
                  <a:lnTo>
                    <a:pt x="603986" y="1117371"/>
                  </a:lnTo>
                  <a:lnTo>
                    <a:pt x="100876" y="1117371"/>
                  </a:lnTo>
                  <a:lnTo>
                    <a:pt x="79438" y="1121803"/>
                  </a:lnTo>
                  <a:lnTo>
                    <a:pt x="61937" y="1133894"/>
                  </a:lnTo>
                  <a:lnTo>
                    <a:pt x="50152" y="1151813"/>
                  </a:lnTo>
                  <a:lnTo>
                    <a:pt x="45821" y="1173759"/>
                  </a:lnTo>
                  <a:lnTo>
                    <a:pt x="659041" y="1173759"/>
                  </a:lnTo>
                  <a:close/>
                </a:path>
                <a:path w="695325" h="1252855">
                  <a:moveTo>
                    <a:pt x="691883" y="1252753"/>
                  </a:moveTo>
                  <a:lnTo>
                    <a:pt x="687552" y="1230795"/>
                  </a:lnTo>
                  <a:lnTo>
                    <a:pt x="675741" y="1212875"/>
                  </a:lnTo>
                  <a:lnTo>
                    <a:pt x="658241" y="1200785"/>
                  </a:lnTo>
                  <a:lnTo>
                    <a:pt x="636816" y="1196352"/>
                  </a:lnTo>
                  <a:lnTo>
                    <a:pt x="68046" y="1196352"/>
                  </a:lnTo>
                  <a:lnTo>
                    <a:pt x="46609" y="1200785"/>
                  </a:lnTo>
                  <a:lnTo>
                    <a:pt x="29108" y="1212875"/>
                  </a:lnTo>
                  <a:lnTo>
                    <a:pt x="17310" y="1230795"/>
                  </a:lnTo>
                  <a:lnTo>
                    <a:pt x="12992" y="1252753"/>
                  </a:lnTo>
                  <a:lnTo>
                    <a:pt x="691883" y="1252753"/>
                  </a:lnTo>
                  <a:close/>
                </a:path>
                <a:path w="695325" h="1252855">
                  <a:moveTo>
                    <a:pt x="694880" y="41186"/>
                  </a:moveTo>
                  <a:lnTo>
                    <a:pt x="503123" y="40817"/>
                  </a:lnTo>
                  <a:lnTo>
                    <a:pt x="503123" y="41833"/>
                  </a:lnTo>
                  <a:lnTo>
                    <a:pt x="499618" y="43815"/>
                  </a:lnTo>
                  <a:lnTo>
                    <a:pt x="491337" y="49085"/>
                  </a:lnTo>
                  <a:lnTo>
                    <a:pt x="483692" y="55194"/>
                  </a:lnTo>
                  <a:lnTo>
                    <a:pt x="476719" y="62064"/>
                  </a:lnTo>
                  <a:lnTo>
                    <a:pt x="470496" y="69672"/>
                  </a:lnTo>
                  <a:lnTo>
                    <a:pt x="463804" y="66725"/>
                  </a:lnTo>
                  <a:lnTo>
                    <a:pt x="418414" y="48907"/>
                  </a:lnTo>
                  <a:lnTo>
                    <a:pt x="393077" y="40614"/>
                  </a:lnTo>
                  <a:lnTo>
                    <a:pt x="444703" y="41186"/>
                  </a:lnTo>
                  <a:lnTo>
                    <a:pt x="445465" y="41186"/>
                  </a:lnTo>
                  <a:lnTo>
                    <a:pt x="503123" y="41833"/>
                  </a:lnTo>
                  <a:lnTo>
                    <a:pt x="503123" y="40817"/>
                  </a:lnTo>
                  <a:lnTo>
                    <a:pt x="403161" y="40614"/>
                  </a:lnTo>
                  <a:lnTo>
                    <a:pt x="532574" y="40614"/>
                  </a:lnTo>
                  <a:lnTo>
                    <a:pt x="505523" y="12065"/>
                  </a:lnTo>
                  <a:lnTo>
                    <a:pt x="499567" y="6921"/>
                  </a:lnTo>
                  <a:lnTo>
                    <a:pt x="492848" y="3136"/>
                  </a:lnTo>
                  <a:lnTo>
                    <a:pt x="485559" y="800"/>
                  </a:lnTo>
                  <a:lnTo>
                    <a:pt x="477913" y="0"/>
                  </a:lnTo>
                  <a:lnTo>
                    <a:pt x="140589" y="0"/>
                  </a:lnTo>
                  <a:lnTo>
                    <a:pt x="254482" y="77190"/>
                  </a:lnTo>
                  <a:lnTo>
                    <a:pt x="171500" y="162204"/>
                  </a:lnTo>
                  <a:lnTo>
                    <a:pt x="232752" y="159778"/>
                  </a:lnTo>
                  <a:lnTo>
                    <a:pt x="187782" y="203784"/>
                  </a:lnTo>
                  <a:lnTo>
                    <a:pt x="203238" y="198031"/>
                  </a:lnTo>
                  <a:lnTo>
                    <a:pt x="219303" y="193852"/>
                  </a:lnTo>
                  <a:lnTo>
                    <a:pt x="235851" y="191300"/>
                  </a:lnTo>
                  <a:lnTo>
                    <a:pt x="252793" y="190436"/>
                  </a:lnTo>
                  <a:lnTo>
                    <a:pt x="279247" y="192570"/>
                  </a:lnTo>
                  <a:lnTo>
                    <a:pt x="304380" y="198716"/>
                  </a:lnTo>
                  <a:lnTo>
                    <a:pt x="327825" y="208572"/>
                  </a:lnTo>
                  <a:lnTo>
                    <a:pt x="349275" y="221780"/>
                  </a:lnTo>
                  <a:lnTo>
                    <a:pt x="481571" y="221780"/>
                  </a:lnTo>
                  <a:lnTo>
                    <a:pt x="524687" y="264896"/>
                  </a:lnTo>
                  <a:lnTo>
                    <a:pt x="571004" y="264896"/>
                  </a:lnTo>
                  <a:lnTo>
                    <a:pt x="554672" y="249720"/>
                  </a:lnTo>
                  <a:lnTo>
                    <a:pt x="535343" y="232994"/>
                  </a:lnTo>
                  <a:lnTo>
                    <a:pt x="517105" y="214503"/>
                  </a:lnTo>
                  <a:lnTo>
                    <a:pt x="504037" y="194030"/>
                  </a:lnTo>
                  <a:lnTo>
                    <a:pt x="503199" y="190436"/>
                  </a:lnTo>
                  <a:lnTo>
                    <a:pt x="501421" y="182854"/>
                  </a:lnTo>
                  <a:lnTo>
                    <a:pt x="521246" y="149821"/>
                  </a:lnTo>
                  <a:lnTo>
                    <a:pt x="563930" y="136817"/>
                  </a:lnTo>
                  <a:lnTo>
                    <a:pt x="584581" y="139788"/>
                  </a:lnTo>
                  <a:lnTo>
                    <a:pt x="618972" y="163741"/>
                  </a:lnTo>
                  <a:lnTo>
                    <a:pt x="628954" y="189128"/>
                  </a:lnTo>
                  <a:lnTo>
                    <a:pt x="635076" y="177546"/>
                  </a:lnTo>
                  <a:lnTo>
                    <a:pt x="647674" y="148983"/>
                  </a:lnTo>
                  <a:lnTo>
                    <a:pt x="651192" y="136817"/>
                  </a:lnTo>
                  <a:lnTo>
                    <a:pt x="658126" y="112763"/>
                  </a:lnTo>
                  <a:lnTo>
                    <a:pt x="657809" y="78193"/>
                  </a:lnTo>
                  <a:lnTo>
                    <a:pt x="650544" y="69672"/>
                  </a:lnTo>
                  <a:lnTo>
                    <a:pt x="638200" y="55194"/>
                  </a:lnTo>
                  <a:lnTo>
                    <a:pt x="638340" y="55194"/>
                  </a:lnTo>
                  <a:lnTo>
                    <a:pt x="606069" y="44208"/>
                  </a:lnTo>
                  <a:lnTo>
                    <a:pt x="578307" y="41186"/>
                  </a:lnTo>
                  <a:lnTo>
                    <a:pt x="694880" y="41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26" y="0"/>
              <a:ext cx="3029711" cy="24950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312" y="1758993"/>
              <a:ext cx="2341802" cy="392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6769" y="275729"/>
              <a:ext cx="695325" cy="1252855"/>
            </a:xfrm>
            <a:custGeom>
              <a:avLst/>
              <a:gdLst/>
              <a:ahLst/>
              <a:cxnLst/>
              <a:rect l="l" t="t" r="r" b="b"/>
              <a:pathLst>
                <a:path w="695325" h="1252855">
                  <a:moveTo>
                    <a:pt x="140157" y="408889"/>
                  </a:moveTo>
                  <a:lnTo>
                    <a:pt x="75184" y="502386"/>
                  </a:lnTo>
                  <a:lnTo>
                    <a:pt x="66636" y="569798"/>
                  </a:lnTo>
                  <a:lnTo>
                    <a:pt x="140157" y="472503"/>
                  </a:lnTo>
                  <a:lnTo>
                    <a:pt x="140157" y="408889"/>
                  </a:lnTo>
                  <a:close/>
                </a:path>
                <a:path w="695325" h="1252855">
                  <a:moveTo>
                    <a:pt x="189064" y="723861"/>
                  </a:moveTo>
                  <a:lnTo>
                    <a:pt x="184962" y="719785"/>
                  </a:lnTo>
                  <a:lnTo>
                    <a:pt x="176974" y="719785"/>
                  </a:lnTo>
                  <a:lnTo>
                    <a:pt x="174383" y="721182"/>
                  </a:lnTo>
                  <a:lnTo>
                    <a:pt x="172694" y="723315"/>
                  </a:lnTo>
                  <a:lnTo>
                    <a:pt x="171500" y="724852"/>
                  </a:lnTo>
                  <a:lnTo>
                    <a:pt x="170789" y="726795"/>
                  </a:lnTo>
                  <a:lnTo>
                    <a:pt x="170789" y="731786"/>
                  </a:lnTo>
                  <a:lnTo>
                    <a:pt x="172199" y="734250"/>
                  </a:lnTo>
                  <a:lnTo>
                    <a:pt x="174269" y="735926"/>
                  </a:lnTo>
                  <a:lnTo>
                    <a:pt x="174383" y="736130"/>
                  </a:lnTo>
                  <a:lnTo>
                    <a:pt x="174675" y="736193"/>
                  </a:lnTo>
                  <a:lnTo>
                    <a:pt x="176174" y="737285"/>
                  </a:lnTo>
                  <a:lnTo>
                    <a:pt x="177927" y="738060"/>
                  </a:lnTo>
                  <a:lnTo>
                    <a:pt x="181444" y="738060"/>
                  </a:lnTo>
                  <a:lnTo>
                    <a:pt x="182905" y="737692"/>
                  </a:lnTo>
                  <a:lnTo>
                    <a:pt x="185102" y="736434"/>
                  </a:lnTo>
                  <a:lnTo>
                    <a:pt x="185242" y="736307"/>
                  </a:lnTo>
                  <a:lnTo>
                    <a:pt x="185508" y="736142"/>
                  </a:lnTo>
                  <a:lnTo>
                    <a:pt x="186385" y="735406"/>
                  </a:lnTo>
                  <a:lnTo>
                    <a:pt x="187147" y="734504"/>
                  </a:lnTo>
                  <a:lnTo>
                    <a:pt x="188353" y="732955"/>
                  </a:lnTo>
                  <a:lnTo>
                    <a:pt x="189064" y="731012"/>
                  </a:lnTo>
                  <a:lnTo>
                    <a:pt x="189064" y="723861"/>
                  </a:lnTo>
                  <a:close/>
                </a:path>
                <a:path w="695325" h="1252855">
                  <a:moveTo>
                    <a:pt x="189064" y="581494"/>
                  </a:moveTo>
                  <a:lnTo>
                    <a:pt x="188950" y="580669"/>
                  </a:lnTo>
                  <a:lnTo>
                    <a:pt x="188722" y="579894"/>
                  </a:lnTo>
                  <a:lnTo>
                    <a:pt x="188633" y="579526"/>
                  </a:lnTo>
                  <a:lnTo>
                    <a:pt x="181584" y="573392"/>
                  </a:lnTo>
                  <a:lnTo>
                    <a:pt x="180936" y="573278"/>
                  </a:lnTo>
                  <a:lnTo>
                    <a:pt x="179603" y="573227"/>
                  </a:lnTo>
                  <a:lnTo>
                    <a:pt x="178371" y="573341"/>
                  </a:lnTo>
                  <a:lnTo>
                    <a:pt x="177749" y="573481"/>
                  </a:lnTo>
                  <a:lnTo>
                    <a:pt x="177609" y="573544"/>
                  </a:lnTo>
                  <a:lnTo>
                    <a:pt x="177317" y="573595"/>
                  </a:lnTo>
                  <a:lnTo>
                    <a:pt x="171551" y="578739"/>
                  </a:lnTo>
                  <a:lnTo>
                    <a:pt x="171437" y="578929"/>
                  </a:lnTo>
                  <a:lnTo>
                    <a:pt x="171272" y="579386"/>
                  </a:lnTo>
                  <a:lnTo>
                    <a:pt x="171132" y="579818"/>
                  </a:lnTo>
                  <a:lnTo>
                    <a:pt x="171094" y="580034"/>
                  </a:lnTo>
                  <a:lnTo>
                    <a:pt x="171030" y="580186"/>
                  </a:lnTo>
                  <a:lnTo>
                    <a:pt x="170992" y="580529"/>
                  </a:lnTo>
                  <a:lnTo>
                    <a:pt x="170903" y="580809"/>
                  </a:lnTo>
                  <a:lnTo>
                    <a:pt x="170789" y="582041"/>
                  </a:lnTo>
                  <a:lnTo>
                    <a:pt x="170789" y="587400"/>
                  </a:lnTo>
                  <a:lnTo>
                    <a:pt x="174891" y="591477"/>
                  </a:lnTo>
                  <a:lnTo>
                    <a:pt x="180225" y="591477"/>
                  </a:lnTo>
                  <a:lnTo>
                    <a:pt x="181444" y="591362"/>
                  </a:lnTo>
                  <a:lnTo>
                    <a:pt x="182118" y="591223"/>
                  </a:lnTo>
                  <a:lnTo>
                    <a:pt x="182308" y="591134"/>
                  </a:lnTo>
                  <a:lnTo>
                    <a:pt x="183413" y="590791"/>
                  </a:lnTo>
                  <a:lnTo>
                    <a:pt x="184391" y="590308"/>
                  </a:lnTo>
                  <a:lnTo>
                    <a:pt x="185521" y="589559"/>
                  </a:lnTo>
                  <a:lnTo>
                    <a:pt x="186385" y="588797"/>
                  </a:lnTo>
                  <a:lnTo>
                    <a:pt x="187045" y="588086"/>
                  </a:lnTo>
                  <a:lnTo>
                    <a:pt x="188861" y="584174"/>
                  </a:lnTo>
                  <a:lnTo>
                    <a:pt x="188950" y="583895"/>
                  </a:lnTo>
                  <a:lnTo>
                    <a:pt x="189064" y="582663"/>
                  </a:lnTo>
                  <a:lnTo>
                    <a:pt x="189064" y="581494"/>
                  </a:lnTo>
                  <a:close/>
                </a:path>
                <a:path w="695325" h="1252855">
                  <a:moveTo>
                    <a:pt x="240741" y="318198"/>
                  </a:moveTo>
                  <a:lnTo>
                    <a:pt x="236651" y="314121"/>
                  </a:lnTo>
                  <a:lnTo>
                    <a:pt x="231609" y="314121"/>
                  </a:lnTo>
                  <a:lnTo>
                    <a:pt x="226555" y="314121"/>
                  </a:lnTo>
                  <a:lnTo>
                    <a:pt x="222478" y="318198"/>
                  </a:lnTo>
                  <a:lnTo>
                    <a:pt x="222478" y="328295"/>
                  </a:lnTo>
                  <a:lnTo>
                    <a:pt x="226555" y="332371"/>
                  </a:lnTo>
                  <a:lnTo>
                    <a:pt x="236651" y="332371"/>
                  </a:lnTo>
                  <a:lnTo>
                    <a:pt x="240741" y="328295"/>
                  </a:lnTo>
                  <a:lnTo>
                    <a:pt x="240741" y="318198"/>
                  </a:lnTo>
                  <a:close/>
                </a:path>
                <a:path w="695325" h="1252855">
                  <a:moveTo>
                    <a:pt x="332841" y="354469"/>
                  </a:moveTo>
                  <a:lnTo>
                    <a:pt x="324840" y="352044"/>
                  </a:lnTo>
                  <a:lnTo>
                    <a:pt x="317881" y="347700"/>
                  </a:lnTo>
                  <a:lnTo>
                    <a:pt x="312280" y="341744"/>
                  </a:lnTo>
                  <a:lnTo>
                    <a:pt x="308356" y="334505"/>
                  </a:lnTo>
                  <a:lnTo>
                    <a:pt x="261188" y="334505"/>
                  </a:lnTo>
                  <a:lnTo>
                    <a:pt x="256540" y="342722"/>
                  </a:lnTo>
                  <a:lnTo>
                    <a:pt x="249758" y="349173"/>
                  </a:lnTo>
                  <a:lnTo>
                    <a:pt x="241287" y="353377"/>
                  </a:lnTo>
                  <a:lnTo>
                    <a:pt x="231622" y="354888"/>
                  </a:lnTo>
                  <a:lnTo>
                    <a:pt x="221945" y="353377"/>
                  </a:lnTo>
                  <a:lnTo>
                    <a:pt x="213474" y="349173"/>
                  </a:lnTo>
                  <a:lnTo>
                    <a:pt x="206679" y="342722"/>
                  </a:lnTo>
                  <a:lnTo>
                    <a:pt x="202044" y="334505"/>
                  </a:lnTo>
                  <a:lnTo>
                    <a:pt x="191833" y="334505"/>
                  </a:lnTo>
                  <a:lnTo>
                    <a:pt x="162687" y="376453"/>
                  </a:lnTo>
                  <a:lnTo>
                    <a:pt x="162687" y="480060"/>
                  </a:lnTo>
                  <a:lnTo>
                    <a:pt x="60947" y="614718"/>
                  </a:lnTo>
                  <a:lnTo>
                    <a:pt x="45250" y="738200"/>
                  </a:lnTo>
                  <a:lnTo>
                    <a:pt x="45186" y="738733"/>
                  </a:lnTo>
                  <a:lnTo>
                    <a:pt x="45097" y="739419"/>
                  </a:lnTo>
                  <a:lnTo>
                    <a:pt x="44996" y="740270"/>
                  </a:lnTo>
                  <a:lnTo>
                    <a:pt x="44881" y="741184"/>
                  </a:lnTo>
                  <a:lnTo>
                    <a:pt x="153047" y="599059"/>
                  </a:lnTo>
                  <a:lnTo>
                    <a:pt x="149999" y="594220"/>
                  </a:lnTo>
                  <a:lnTo>
                    <a:pt x="148259" y="588479"/>
                  </a:lnTo>
                  <a:lnTo>
                    <a:pt x="148259" y="582345"/>
                  </a:lnTo>
                  <a:lnTo>
                    <a:pt x="150749" y="570039"/>
                  </a:lnTo>
                  <a:lnTo>
                    <a:pt x="157530" y="559981"/>
                  </a:lnTo>
                  <a:lnTo>
                    <a:pt x="167449" y="553288"/>
                  </a:lnTo>
                  <a:lnTo>
                    <a:pt x="167106" y="553288"/>
                  </a:lnTo>
                  <a:lnTo>
                    <a:pt x="178015" y="551078"/>
                  </a:lnTo>
                  <a:lnTo>
                    <a:pt x="184848" y="551078"/>
                  </a:lnTo>
                  <a:lnTo>
                    <a:pt x="195503" y="554812"/>
                  </a:lnTo>
                  <a:lnTo>
                    <a:pt x="195935" y="555028"/>
                  </a:lnTo>
                  <a:lnTo>
                    <a:pt x="196316" y="555282"/>
                  </a:lnTo>
                  <a:lnTo>
                    <a:pt x="197192" y="555802"/>
                  </a:lnTo>
                  <a:lnTo>
                    <a:pt x="198018" y="556374"/>
                  </a:lnTo>
                  <a:lnTo>
                    <a:pt x="208457" y="568642"/>
                  </a:lnTo>
                  <a:lnTo>
                    <a:pt x="208699" y="569087"/>
                  </a:lnTo>
                  <a:lnTo>
                    <a:pt x="209486" y="570992"/>
                  </a:lnTo>
                  <a:lnTo>
                    <a:pt x="210146" y="572858"/>
                  </a:lnTo>
                  <a:lnTo>
                    <a:pt x="210172" y="572998"/>
                  </a:lnTo>
                  <a:lnTo>
                    <a:pt x="210693" y="574763"/>
                  </a:lnTo>
                  <a:lnTo>
                    <a:pt x="210832" y="575360"/>
                  </a:lnTo>
                  <a:lnTo>
                    <a:pt x="210947" y="575995"/>
                  </a:lnTo>
                  <a:lnTo>
                    <a:pt x="211061" y="576414"/>
                  </a:lnTo>
                  <a:lnTo>
                    <a:pt x="211112" y="576884"/>
                  </a:lnTo>
                  <a:lnTo>
                    <a:pt x="211201" y="577329"/>
                  </a:lnTo>
                  <a:lnTo>
                    <a:pt x="211239" y="577469"/>
                  </a:lnTo>
                  <a:lnTo>
                    <a:pt x="211340" y="578269"/>
                  </a:lnTo>
                  <a:lnTo>
                    <a:pt x="211416" y="579043"/>
                  </a:lnTo>
                  <a:lnTo>
                    <a:pt x="211480" y="579805"/>
                  </a:lnTo>
                  <a:lnTo>
                    <a:pt x="211543" y="584581"/>
                  </a:lnTo>
                  <a:lnTo>
                    <a:pt x="211416" y="585660"/>
                  </a:lnTo>
                  <a:lnTo>
                    <a:pt x="211315" y="586651"/>
                  </a:lnTo>
                  <a:lnTo>
                    <a:pt x="211239" y="587171"/>
                  </a:lnTo>
                  <a:lnTo>
                    <a:pt x="211137" y="587679"/>
                  </a:lnTo>
                  <a:lnTo>
                    <a:pt x="211061" y="588200"/>
                  </a:lnTo>
                  <a:lnTo>
                    <a:pt x="208889" y="595122"/>
                  </a:lnTo>
                  <a:lnTo>
                    <a:pt x="208699" y="595604"/>
                  </a:lnTo>
                  <a:lnTo>
                    <a:pt x="208013" y="596976"/>
                  </a:lnTo>
                  <a:lnTo>
                    <a:pt x="207746" y="597433"/>
                  </a:lnTo>
                  <a:lnTo>
                    <a:pt x="207340" y="598208"/>
                  </a:lnTo>
                  <a:lnTo>
                    <a:pt x="202984" y="603986"/>
                  </a:lnTo>
                  <a:lnTo>
                    <a:pt x="202450" y="604596"/>
                  </a:lnTo>
                  <a:lnTo>
                    <a:pt x="201879" y="605167"/>
                  </a:lnTo>
                  <a:lnTo>
                    <a:pt x="200393" y="606501"/>
                  </a:lnTo>
                  <a:lnTo>
                    <a:pt x="198450" y="608012"/>
                  </a:lnTo>
                  <a:lnTo>
                    <a:pt x="198018" y="608291"/>
                  </a:lnTo>
                  <a:lnTo>
                    <a:pt x="197624" y="608584"/>
                  </a:lnTo>
                  <a:lnTo>
                    <a:pt x="183718" y="614006"/>
                  </a:lnTo>
                  <a:lnTo>
                    <a:pt x="175361" y="614006"/>
                  </a:lnTo>
                  <a:lnTo>
                    <a:pt x="171119" y="612762"/>
                  </a:lnTo>
                  <a:lnTo>
                    <a:pt x="170954" y="612762"/>
                  </a:lnTo>
                  <a:lnTo>
                    <a:pt x="39217" y="785850"/>
                  </a:lnTo>
                  <a:lnTo>
                    <a:pt x="23075" y="913130"/>
                  </a:lnTo>
                  <a:lnTo>
                    <a:pt x="152920" y="745388"/>
                  </a:lnTo>
                  <a:lnTo>
                    <a:pt x="149936" y="740600"/>
                  </a:lnTo>
                  <a:lnTo>
                    <a:pt x="148259" y="734949"/>
                  </a:lnTo>
                  <a:lnTo>
                    <a:pt x="148259" y="728903"/>
                  </a:lnTo>
                  <a:lnTo>
                    <a:pt x="150736" y="716610"/>
                  </a:lnTo>
                  <a:lnTo>
                    <a:pt x="157530" y="706526"/>
                  </a:lnTo>
                  <a:lnTo>
                    <a:pt x="167589" y="699731"/>
                  </a:lnTo>
                  <a:lnTo>
                    <a:pt x="178892" y="697445"/>
                  </a:lnTo>
                  <a:lnTo>
                    <a:pt x="183464" y="697445"/>
                  </a:lnTo>
                  <a:lnTo>
                    <a:pt x="188963" y="698360"/>
                  </a:lnTo>
                  <a:lnTo>
                    <a:pt x="188163" y="698360"/>
                  </a:lnTo>
                  <a:lnTo>
                    <a:pt x="189547" y="698728"/>
                  </a:lnTo>
                  <a:lnTo>
                    <a:pt x="195808" y="701548"/>
                  </a:lnTo>
                  <a:lnTo>
                    <a:pt x="196430" y="701890"/>
                  </a:lnTo>
                  <a:lnTo>
                    <a:pt x="197027" y="702259"/>
                  </a:lnTo>
                  <a:lnTo>
                    <a:pt x="198018" y="702957"/>
                  </a:lnTo>
                  <a:lnTo>
                    <a:pt x="198450" y="703237"/>
                  </a:lnTo>
                  <a:lnTo>
                    <a:pt x="209080" y="716610"/>
                  </a:lnTo>
                  <a:lnTo>
                    <a:pt x="209486" y="717550"/>
                  </a:lnTo>
                  <a:lnTo>
                    <a:pt x="209651" y="718032"/>
                  </a:lnTo>
                  <a:lnTo>
                    <a:pt x="209854" y="718527"/>
                  </a:lnTo>
                  <a:lnTo>
                    <a:pt x="210337" y="720026"/>
                  </a:lnTo>
                  <a:lnTo>
                    <a:pt x="210629" y="721144"/>
                  </a:lnTo>
                  <a:lnTo>
                    <a:pt x="210515" y="737057"/>
                  </a:lnTo>
                  <a:lnTo>
                    <a:pt x="210197" y="738200"/>
                  </a:lnTo>
                  <a:lnTo>
                    <a:pt x="210019" y="738733"/>
                  </a:lnTo>
                  <a:lnTo>
                    <a:pt x="209918" y="739076"/>
                  </a:lnTo>
                  <a:lnTo>
                    <a:pt x="209804" y="739419"/>
                  </a:lnTo>
                  <a:lnTo>
                    <a:pt x="209651" y="739762"/>
                  </a:lnTo>
                  <a:lnTo>
                    <a:pt x="209486" y="740270"/>
                  </a:lnTo>
                  <a:lnTo>
                    <a:pt x="205892" y="746975"/>
                  </a:lnTo>
                  <a:lnTo>
                    <a:pt x="205473" y="747610"/>
                  </a:lnTo>
                  <a:lnTo>
                    <a:pt x="204012" y="749465"/>
                  </a:lnTo>
                  <a:lnTo>
                    <a:pt x="203441" y="750125"/>
                  </a:lnTo>
                  <a:lnTo>
                    <a:pt x="202806" y="750747"/>
                  </a:lnTo>
                  <a:lnTo>
                    <a:pt x="202298" y="751319"/>
                  </a:lnTo>
                  <a:lnTo>
                    <a:pt x="182892" y="760577"/>
                  </a:lnTo>
                  <a:lnTo>
                    <a:pt x="176720" y="760577"/>
                  </a:lnTo>
                  <a:lnTo>
                    <a:pt x="171640" y="759790"/>
                  </a:lnTo>
                  <a:lnTo>
                    <a:pt x="172593" y="759790"/>
                  </a:lnTo>
                  <a:lnTo>
                    <a:pt x="170700" y="759218"/>
                  </a:lnTo>
                  <a:lnTo>
                    <a:pt x="17475" y="957160"/>
                  </a:lnTo>
                  <a:lnTo>
                    <a:pt x="0" y="1094790"/>
                  </a:lnTo>
                  <a:lnTo>
                    <a:pt x="189268" y="853694"/>
                  </a:lnTo>
                  <a:lnTo>
                    <a:pt x="266814" y="760577"/>
                  </a:lnTo>
                  <a:lnTo>
                    <a:pt x="272389" y="753884"/>
                  </a:lnTo>
                  <a:lnTo>
                    <a:pt x="272389" y="697445"/>
                  </a:lnTo>
                  <a:lnTo>
                    <a:pt x="272389" y="614006"/>
                  </a:lnTo>
                  <a:lnTo>
                    <a:pt x="272389" y="551078"/>
                  </a:lnTo>
                  <a:lnTo>
                    <a:pt x="272389" y="432917"/>
                  </a:lnTo>
                  <a:lnTo>
                    <a:pt x="279869" y="430237"/>
                  </a:lnTo>
                  <a:lnTo>
                    <a:pt x="301510" y="418401"/>
                  </a:lnTo>
                  <a:lnTo>
                    <a:pt x="318236" y="400926"/>
                  </a:lnTo>
                  <a:lnTo>
                    <a:pt x="329018" y="379272"/>
                  </a:lnTo>
                  <a:lnTo>
                    <a:pt x="332828" y="354888"/>
                  </a:lnTo>
                  <a:lnTo>
                    <a:pt x="332841" y="354469"/>
                  </a:lnTo>
                  <a:close/>
                </a:path>
                <a:path w="695325" h="1252855">
                  <a:moveTo>
                    <a:pt x="347091" y="322199"/>
                  </a:moveTo>
                  <a:lnTo>
                    <a:pt x="346913" y="321195"/>
                  </a:lnTo>
                  <a:lnTo>
                    <a:pt x="345351" y="316661"/>
                  </a:lnTo>
                  <a:lnTo>
                    <a:pt x="341947" y="314121"/>
                  </a:lnTo>
                  <a:lnTo>
                    <a:pt x="332905" y="314121"/>
                  </a:lnTo>
                  <a:lnTo>
                    <a:pt x="328828" y="318198"/>
                  </a:lnTo>
                  <a:lnTo>
                    <a:pt x="328828" y="324408"/>
                  </a:lnTo>
                  <a:lnTo>
                    <a:pt x="329069" y="325551"/>
                  </a:lnTo>
                  <a:lnTo>
                    <a:pt x="330796" y="329971"/>
                  </a:lnTo>
                  <a:lnTo>
                    <a:pt x="334111" y="332371"/>
                  </a:lnTo>
                  <a:lnTo>
                    <a:pt x="337959" y="332371"/>
                  </a:lnTo>
                  <a:lnTo>
                    <a:pt x="343014" y="332371"/>
                  </a:lnTo>
                  <a:lnTo>
                    <a:pt x="347091" y="328295"/>
                  </a:lnTo>
                  <a:lnTo>
                    <a:pt x="347091" y="322199"/>
                  </a:lnTo>
                  <a:close/>
                </a:path>
                <a:path w="695325" h="1252855">
                  <a:moveTo>
                    <a:pt x="388099" y="311975"/>
                  </a:moveTo>
                  <a:lnTo>
                    <a:pt x="383209" y="298945"/>
                  </a:lnTo>
                  <a:lnTo>
                    <a:pt x="382790" y="297891"/>
                  </a:lnTo>
                  <a:lnTo>
                    <a:pt x="382333" y="296824"/>
                  </a:lnTo>
                  <a:lnTo>
                    <a:pt x="381850" y="295770"/>
                  </a:lnTo>
                  <a:lnTo>
                    <a:pt x="381723" y="295554"/>
                  </a:lnTo>
                  <a:lnTo>
                    <a:pt x="381685" y="295402"/>
                  </a:lnTo>
                  <a:lnTo>
                    <a:pt x="381508" y="295008"/>
                  </a:lnTo>
                  <a:lnTo>
                    <a:pt x="381101" y="294233"/>
                  </a:lnTo>
                  <a:lnTo>
                    <a:pt x="380593" y="293103"/>
                  </a:lnTo>
                  <a:lnTo>
                    <a:pt x="379984" y="291833"/>
                  </a:lnTo>
                  <a:lnTo>
                    <a:pt x="379857" y="291592"/>
                  </a:lnTo>
                  <a:lnTo>
                    <a:pt x="379387" y="290677"/>
                  </a:lnTo>
                  <a:lnTo>
                    <a:pt x="379272" y="290499"/>
                  </a:lnTo>
                  <a:lnTo>
                    <a:pt x="379145" y="290207"/>
                  </a:lnTo>
                  <a:lnTo>
                    <a:pt x="377456" y="287020"/>
                  </a:lnTo>
                  <a:lnTo>
                    <a:pt x="375627" y="283794"/>
                  </a:lnTo>
                  <a:lnTo>
                    <a:pt x="374662" y="282143"/>
                  </a:lnTo>
                  <a:lnTo>
                    <a:pt x="373151" y="279666"/>
                  </a:lnTo>
                  <a:lnTo>
                    <a:pt x="372668" y="278955"/>
                  </a:lnTo>
                  <a:lnTo>
                    <a:pt x="371132" y="276466"/>
                  </a:lnTo>
                  <a:lnTo>
                    <a:pt x="370014" y="274942"/>
                  </a:lnTo>
                  <a:lnTo>
                    <a:pt x="369506" y="274129"/>
                  </a:lnTo>
                  <a:lnTo>
                    <a:pt x="368414" y="272567"/>
                  </a:lnTo>
                  <a:lnTo>
                    <a:pt x="364998" y="267970"/>
                  </a:lnTo>
                  <a:lnTo>
                    <a:pt x="363791" y="266496"/>
                  </a:lnTo>
                  <a:lnTo>
                    <a:pt x="362661" y="265074"/>
                  </a:lnTo>
                  <a:lnTo>
                    <a:pt x="361480" y="263639"/>
                  </a:lnTo>
                  <a:lnTo>
                    <a:pt x="359168" y="260908"/>
                  </a:lnTo>
                  <a:lnTo>
                    <a:pt x="357974" y="259588"/>
                  </a:lnTo>
                  <a:lnTo>
                    <a:pt x="356628" y="258165"/>
                  </a:lnTo>
                  <a:lnTo>
                    <a:pt x="356438" y="257924"/>
                  </a:lnTo>
                  <a:lnTo>
                    <a:pt x="356044" y="257543"/>
                  </a:lnTo>
                  <a:lnTo>
                    <a:pt x="354838" y="256260"/>
                  </a:lnTo>
                  <a:lnTo>
                    <a:pt x="353606" y="255003"/>
                  </a:lnTo>
                  <a:lnTo>
                    <a:pt x="351193" y="252603"/>
                  </a:lnTo>
                  <a:lnTo>
                    <a:pt x="350024" y="251485"/>
                  </a:lnTo>
                  <a:lnTo>
                    <a:pt x="347065" y="248780"/>
                  </a:lnTo>
                  <a:lnTo>
                    <a:pt x="346227" y="248094"/>
                  </a:lnTo>
                  <a:lnTo>
                    <a:pt x="345198" y="247205"/>
                  </a:lnTo>
                  <a:lnTo>
                    <a:pt x="344462" y="246532"/>
                  </a:lnTo>
                  <a:lnTo>
                    <a:pt x="343700" y="245872"/>
                  </a:lnTo>
                  <a:lnTo>
                    <a:pt x="342887" y="245237"/>
                  </a:lnTo>
                  <a:lnTo>
                    <a:pt x="341401" y="244017"/>
                  </a:lnTo>
                  <a:lnTo>
                    <a:pt x="339813" y="242760"/>
                  </a:lnTo>
                  <a:lnTo>
                    <a:pt x="338099" y="241477"/>
                  </a:lnTo>
                  <a:lnTo>
                    <a:pt x="337159" y="240741"/>
                  </a:lnTo>
                  <a:lnTo>
                    <a:pt x="334987" y="239166"/>
                  </a:lnTo>
                  <a:lnTo>
                    <a:pt x="334733" y="238963"/>
                  </a:lnTo>
                  <a:lnTo>
                    <a:pt x="333171" y="237883"/>
                  </a:lnTo>
                  <a:lnTo>
                    <a:pt x="313893" y="226758"/>
                  </a:lnTo>
                  <a:lnTo>
                    <a:pt x="312839" y="226225"/>
                  </a:lnTo>
                  <a:lnTo>
                    <a:pt x="311721" y="225742"/>
                  </a:lnTo>
                  <a:lnTo>
                    <a:pt x="310095" y="224993"/>
                  </a:lnTo>
                  <a:lnTo>
                    <a:pt x="308444" y="224282"/>
                  </a:lnTo>
                  <a:lnTo>
                    <a:pt x="305142" y="222923"/>
                  </a:lnTo>
                  <a:lnTo>
                    <a:pt x="301828" y="221665"/>
                  </a:lnTo>
                  <a:lnTo>
                    <a:pt x="298005" y="220319"/>
                  </a:lnTo>
                  <a:lnTo>
                    <a:pt x="296608" y="219875"/>
                  </a:lnTo>
                  <a:lnTo>
                    <a:pt x="294906" y="219290"/>
                  </a:lnTo>
                  <a:lnTo>
                    <a:pt x="289928" y="217868"/>
                  </a:lnTo>
                  <a:lnTo>
                    <a:pt x="289217" y="217703"/>
                  </a:lnTo>
                  <a:lnTo>
                    <a:pt x="288201" y="217411"/>
                  </a:lnTo>
                  <a:lnTo>
                    <a:pt x="285521" y="216750"/>
                  </a:lnTo>
                  <a:lnTo>
                    <a:pt x="282117" y="215976"/>
                  </a:lnTo>
                  <a:lnTo>
                    <a:pt x="280924" y="215760"/>
                  </a:lnTo>
                  <a:lnTo>
                    <a:pt x="279184" y="215404"/>
                  </a:lnTo>
                  <a:lnTo>
                    <a:pt x="278015" y="215188"/>
                  </a:lnTo>
                  <a:lnTo>
                    <a:pt x="276847" y="215023"/>
                  </a:lnTo>
                  <a:lnTo>
                    <a:pt x="273558" y="214414"/>
                  </a:lnTo>
                  <a:lnTo>
                    <a:pt x="273177" y="214414"/>
                  </a:lnTo>
                  <a:lnTo>
                    <a:pt x="271767" y="214210"/>
                  </a:lnTo>
                  <a:lnTo>
                    <a:pt x="266153" y="213563"/>
                  </a:lnTo>
                  <a:lnTo>
                    <a:pt x="262356" y="213271"/>
                  </a:lnTo>
                  <a:lnTo>
                    <a:pt x="241274" y="213271"/>
                  </a:lnTo>
                  <a:lnTo>
                    <a:pt x="237578" y="213563"/>
                  </a:lnTo>
                  <a:lnTo>
                    <a:pt x="228587" y="215023"/>
                  </a:lnTo>
                  <a:lnTo>
                    <a:pt x="229260" y="215023"/>
                  </a:lnTo>
                  <a:lnTo>
                    <a:pt x="200418" y="222923"/>
                  </a:lnTo>
                  <a:lnTo>
                    <a:pt x="200596" y="222923"/>
                  </a:lnTo>
                  <a:lnTo>
                    <a:pt x="174269" y="236715"/>
                  </a:lnTo>
                  <a:lnTo>
                    <a:pt x="151409" y="255676"/>
                  </a:lnTo>
                  <a:lnTo>
                    <a:pt x="132943" y="278955"/>
                  </a:lnTo>
                  <a:lnTo>
                    <a:pt x="126161" y="290499"/>
                  </a:lnTo>
                  <a:lnTo>
                    <a:pt x="96875" y="340931"/>
                  </a:lnTo>
                  <a:lnTo>
                    <a:pt x="96647" y="341287"/>
                  </a:lnTo>
                  <a:lnTo>
                    <a:pt x="95961" y="342544"/>
                  </a:lnTo>
                  <a:lnTo>
                    <a:pt x="95897" y="342696"/>
                  </a:lnTo>
                  <a:lnTo>
                    <a:pt x="95758" y="342912"/>
                  </a:lnTo>
                  <a:lnTo>
                    <a:pt x="95643" y="343141"/>
                  </a:lnTo>
                  <a:lnTo>
                    <a:pt x="95478" y="343408"/>
                  </a:lnTo>
                  <a:lnTo>
                    <a:pt x="95389" y="343573"/>
                  </a:lnTo>
                  <a:lnTo>
                    <a:pt x="81330" y="454088"/>
                  </a:lnTo>
                  <a:lnTo>
                    <a:pt x="180060" y="311975"/>
                  </a:lnTo>
                  <a:lnTo>
                    <a:pt x="202044" y="311975"/>
                  </a:lnTo>
                  <a:lnTo>
                    <a:pt x="206679" y="303758"/>
                  </a:lnTo>
                  <a:lnTo>
                    <a:pt x="213474" y="297319"/>
                  </a:lnTo>
                  <a:lnTo>
                    <a:pt x="221945" y="293103"/>
                  </a:lnTo>
                  <a:lnTo>
                    <a:pt x="231622" y="291592"/>
                  </a:lnTo>
                  <a:lnTo>
                    <a:pt x="241287" y="293103"/>
                  </a:lnTo>
                  <a:lnTo>
                    <a:pt x="249758" y="297319"/>
                  </a:lnTo>
                  <a:lnTo>
                    <a:pt x="256540" y="303758"/>
                  </a:lnTo>
                  <a:lnTo>
                    <a:pt x="261188" y="311975"/>
                  </a:lnTo>
                  <a:lnTo>
                    <a:pt x="308356" y="311975"/>
                  </a:lnTo>
                  <a:lnTo>
                    <a:pt x="313004" y="303758"/>
                  </a:lnTo>
                  <a:lnTo>
                    <a:pt x="319798" y="297319"/>
                  </a:lnTo>
                  <a:lnTo>
                    <a:pt x="328282" y="293103"/>
                  </a:lnTo>
                  <a:lnTo>
                    <a:pt x="337959" y="291592"/>
                  </a:lnTo>
                  <a:lnTo>
                    <a:pt x="347624" y="293103"/>
                  </a:lnTo>
                  <a:lnTo>
                    <a:pt x="356108" y="297319"/>
                  </a:lnTo>
                  <a:lnTo>
                    <a:pt x="362902" y="303758"/>
                  </a:lnTo>
                  <a:lnTo>
                    <a:pt x="367550" y="311975"/>
                  </a:lnTo>
                  <a:lnTo>
                    <a:pt x="388099" y="311975"/>
                  </a:lnTo>
                  <a:close/>
                </a:path>
                <a:path w="695325" h="1252855">
                  <a:moveTo>
                    <a:pt x="394703" y="347967"/>
                  </a:moveTo>
                  <a:lnTo>
                    <a:pt x="394220" y="341147"/>
                  </a:lnTo>
                  <a:lnTo>
                    <a:pt x="393255" y="334505"/>
                  </a:lnTo>
                  <a:lnTo>
                    <a:pt x="367550" y="334505"/>
                  </a:lnTo>
                  <a:lnTo>
                    <a:pt x="365125" y="340779"/>
                  </a:lnTo>
                  <a:lnTo>
                    <a:pt x="360794" y="346125"/>
                  </a:lnTo>
                  <a:lnTo>
                    <a:pt x="355231" y="349732"/>
                  </a:lnTo>
                  <a:lnTo>
                    <a:pt x="355384" y="354876"/>
                  </a:lnTo>
                  <a:lnTo>
                    <a:pt x="351066" y="384263"/>
                  </a:lnTo>
                  <a:lnTo>
                    <a:pt x="338836" y="410679"/>
                  </a:lnTo>
                  <a:lnTo>
                    <a:pt x="319760" y="432587"/>
                  </a:lnTo>
                  <a:lnTo>
                    <a:pt x="294919" y="448437"/>
                  </a:lnTo>
                  <a:lnTo>
                    <a:pt x="294919" y="726833"/>
                  </a:lnTo>
                  <a:lnTo>
                    <a:pt x="344106" y="667766"/>
                  </a:lnTo>
                  <a:lnTo>
                    <a:pt x="344106" y="463461"/>
                  </a:lnTo>
                  <a:lnTo>
                    <a:pt x="365048" y="441642"/>
                  </a:lnTo>
                  <a:lnTo>
                    <a:pt x="381000" y="415759"/>
                  </a:lnTo>
                  <a:lnTo>
                    <a:pt x="391147" y="386575"/>
                  </a:lnTo>
                  <a:lnTo>
                    <a:pt x="394703" y="354876"/>
                  </a:lnTo>
                  <a:lnTo>
                    <a:pt x="394703" y="347967"/>
                  </a:lnTo>
                  <a:close/>
                </a:path>
                <a:path w="695325" h="1252855">
                  <a:moveTo>
                    <a:pt x="614121" y="445731"/>
                  </a:moveTo>
                  <a:lnTo>
                    <a:pt x="611225" y="385749"/>
                  </a:lnTo>
                  <a:lnTo>
                    <a:pt x="603275" y="342138"/>
                  </a:lnTo>
                  <a:lnTo>
                    <a:pt x="593394" y="312153"/>
                  </a:lnTo>
                  <a:lnTo>
                    <a:pt x="582142" y="288048"/>
                  </a:lnTo>
                  <a:lnTo>
                    <a:pt x="514870" y="288048"/>
                  </a:lnTo>
                  <a:lnTo>
                    <a:pt x="471411" y="244589"/>
                  </a:lnTo>
                  <a:lnTo>
                    <a:pt x="374650" y="244589"/>
                  </a:lnTo>
                  <a:lnTo>
                    <a:pt x="392455" y="268185"/>
                  </a:lnTo>
                  <a:lnTo>
                    <a:pt x="405853" y="294792"/>
                  </a:lnTo>
                  <a:lnTo>
                    <a:pt x="414299" y="323875"/>
                  </a:lnTo>
                  <a:lnTo>
                    <a:pt x="417233" y="354863"/>
                  </a:lnTo>
                  <a:lnTo>
                    <a:pt x="413867" y="388048"/>
                  </a:lnTo>
                  <a:lnTo>
                    <a:pt x="404050" y="419455"/>
                  </a:lnTo>
                  <a:lnTo>
                    <a:pt x="388175" y="448233"/>
                  </a:lnTo>
                  <a:lnTo>
                    <a:pt x="366649" y="473494"/>
                  </a:lnTo>
                  <a:lnTo>
                    <a:pt x="366649" y="675906"/>
                  </a:lnTo>
                  <a:lnTo>
                    <a:pt x="198081" y="878293"/>
                  </a:lnTo>
                  <a:lnTo>
                    <a:pt x="518668" y="878293"/>
                  </a:lnTo>
                  <a:lnTo>
                    <a:pt x="521220" y="820750"/>
                  </a:lnTo>
                  <a:lnTo>
                    <a:pt x="528307" y="770648"/>
                  </a:lnTo>
                  <a:lnTo>
                    <a:pt x="538822" y="726414"/>
                  </a:lnTo>
                  <a:lnTo>
                    <a:pt x="551649" y="686422"/>
                  </a:lnTo>
                  <a:lnTo>
                    <a:pt x="565645" y="649071"/>
                  </a:lnTo>
                  <a:lnTo>
                    <a:pt x="579716" y="612762"/>
                  </a:lnTo>
                  <a:lnTo>
                    <a:pt x="592709" y="575868"/>
                  </a:lnTo>
                  <a:lnTo>
                    <a:pt x="603529" y="536816"/>
                  </a:lnTo>
                  <a:lnTo>
                    <a:pt x="611035" y="493966"/>
                  </a:lnTo>
                  <a:lnTo>
                    <a:pt x="614121" y="445731"/>
                  </a:lnTo>
                  <a:close/>
                </a:path>
                <a:path w="695325" h="1252855">
                  <a:moveTo>
                    <a:pt x="626224" y="1094790"/>
                  </a:moveTo>
                  <a:lnTo>
                    <a:pt x="624090" y="1079195"/>
                  </a:lnTo>
                  <a:lnTo>
                    <a:pt x="618083" y="1065276"/>
                  </a:lnTo>
                  <a:lnTo>
                    <a:pt x="608787" y="1053642"/>
                  </a:lnTo>
                  <a:lnTo>
                    <a:pt x="596823" y="1044917"/>
                  </a:lnTo>
                  <a:lnTo>
                    <a:pt x="564819" y="1019302"/>
                  </a:lnTo>
                  <a:lnTo>
                    <a:pt x="540042" y="984516"/>
                  </a:lnTo>
                  <a:lnTo>
                    <a:pt x="523900" y="944003"/>
                  </a:lnTo>
                  <a:lnTo>
                    <a:pt x="518134" y="901471"/>
                  </a:lnTo>
                  <a:lnTo>
                    <a:pt x="186728" y="901471"/>
                  </a:lnTo>
                  <a:lnTo>
                    <a:pt x="180962" y="944003"/>
                  </a:lnTo>
                  <a:lnTo>
                    <a:pt x="164820" y="984516"/>
                  </a:lnTo>
                  <a:lnTo>
                    <a:pt x="140042" y="1019302"/>
                  </a:lnTo>
                  <a:lnTo>
                    <a:pt x="108038" y="1044917"/>
                  </a:lnTo>
                  <a:lnTo>
                    <a:pt x="96075" y="1053642"/>
                  </a:lnTo>
                  <a:lnTo>
                    <a:pt x="86791" y="1065276"/>
                  </a:lnTo>
                  <a:lnTo>
                    <a:pt x="80784" y="1079195"/>
                  </a:lnTo>
                  <a:lnTo>
                    <a:pt x="78651" y="1094790"/>
                  </a:lnTo>
                  <a:lnTo>
                    <a:pt x="626224" y="1094790"/>
                  </a:lnTo>
                  <a:close/>
                </a:path>
                <a:path w="695325" h="1252855">
                  <a:moveTo>
                    <a:pt x="659041" y="1173759"/>
                  </a:moveTo>
                  <a:lnTo>
                    <a:pt x="654710" y="1151813"/>
                  </a:lnTo>
                  <a:lnTo>
                    <a:pt x="642912" y="1133894"/>
                  </a:lnTo>
                  <a:lnTo>
                    <a:pt x="625411" y="1121803"/>
                  </a:lnTo>
                  <a:lnTo>
                    <a:pt x="603986" y="1117371"/>
                  </a:lnTo>
                  <a:lnTo>
                    <a:pt x="100876" y="1117371"/>
                  </a:lnTo>
                  <a:lnTo>
                    <a:pt x="79438" y="1121803"/>
                  </a:lnTo>
                  <a:lnTo>
                    <a:pt x="61937" y="1133894"/>
                  </a:lnTo>
                  <a:lnTo>
                    <a:pt x="50152" y="1151813"/>
                  </a:lnTo>
                  <a:lnTo>
                    <a:pt x="45821" y="1173759"/>
                  </a:lnTo>
                  <a:lnTo>
                    <a:pt x="659041" y="1173759"/>
                  </a:lnTo>
                  <a:close/>
                </a:path>
                <a:path w="695325" h="1252855">
                  <a:moveTo>
                    <a:pt x="691883" y="1252753"/>
                  </a:moveTo>
                  <a:lnTo>
                    <a:pt x="687552" y="1230795"/>
                  </a:lnTo>
                  <a:lnTo>
                    <a:pt x="675741" y="1212875"/>
                  </a:lnTo>
                  <a:lnTo>
                    <a:pt x="658241" y="1200785"/>
                  </a:lnTo>
                  <a:lnTo>
                    <a:pt x="636816" y="1196352"/>
                  </a:lnTo>
                  <a:lnTo>
                    <a:pt x="68046" y="1196352"/>
                  </a:lnTo>
                  <a:lnTo>
                    <a:pt x="46609" y="1200785"/>
                  </a:lnTo>
                  <a:lnTo>
                    <a:pt x="29108" y="1212875"/>
                  </a:lnTo>
                  <a:lnTo>
                    <a:pt x="17310" y="1230795"/>
                  </a:lnTo>
                  <a:lnTo>
                    <a:pt x="12992" y="1252753"/>
                  </a:lnTo>
                  <a:lnTo>
                    <a:pt x="691883" y="1252753"/>
                  </a:lnTo>
                  <a:close/>
                </a:path>
                <a:path w="695325" h="1252855">
                  <a:moveTo>
                    <a:pt x="694880" y="41186"/>
                  </a:moveTo>
                  <a:lnTo>
                    <a:pt x="503123" y="40817"/>
                  </a:lnTo>
                  <a:lnTo>
                    <a:pt x="503123" y="41833"/>
                  </a:lnTo>
                  <a:lnTo>
                    <a:pt x="499618" y="43815"/>
                  </a:lnTo>
                  <a:lnTo>
                    <a:pt x="491337" y="49085"/>
                  </a:lnTo>
                  <a:lnTo>
                    <a:pt x="483692" y="55194"/>
                  </a:lnTo>
                  <a:lnTo>
                    <a:pt x="476719" y="62064"/>
                  </a:lnTo>
                  <a:lnTo>
                    <a:pt x="470496" y="69672"/>
                  </a:lnTo>
                  <a:lnTo>
                    <a:pt x="463804" y="66725"/>
                  </a:lnTo>
                  <a:lnTo>
                    <a:pt x="418414" y="48907"/>
                  </a:lnTo>
                  <a:lnTo>
                    <a:pt x="393077" y="40614"/>
                  </a:lnTo>
                  <a:lnTo>
                    <a:pt x="444703" y="41186"/>
                  </a:lnTo>
                  <a:lnTo>
                    <a:pt x="445465" y="41186"/>
                  </a:lnTo>
                  <a:lnTo>
                    <a:pt x="503123" y="41833"/>
                  </a:lnTo>
                  <a:lnTo>
                    <a:pt x="503123" y="40817"/>
                  </a:lnTo>
                  <a:lnTo>
                    <a:pt x="403161" y="40614"/>
                  </a:lnTo>
                  <a:lnTo>
                    <a:pt x="532574" y="40614"/>
                  </a:lnTo>
                  <a:lnTo>
                    <a:pt x="505523" y="12065"/>
                  </a:lnTo>
                  <a:lnTo>
                    <a:pt x="499567" y="6921"/>
                  </a:lnTo>
                  <a:lnTo>
                    <a:pt x="492848" y="3136"/>
                  </a:lnTo>
                  <a:lnTo>
                    <a:pt x="485559" y="800"/>
                  </a:lnTo>
                  <a:lnTo>
                    <a:pt x="477913" y="0"/>
                  </a:lnTo>
                  <a:lnTo>
                    <a:pt x="140589" y="0"/>
                  </a:lnTo>
                  <a:lnTo>
                    <a:pt x="254482" y="77190"/>
                  </a:lnTo>
                  <a:lnTo>
                    <a:pt x="171500" y="162204"/>
                  </a:lnTo>
                  <a:lnTo>
                    <a:pt x="232752" y="159778"/>
                  </a:lnTo>
                  <a:lnTo>
                    <a:pt x="187782" y="203784"/>
                  </a:lnTo>
                  <a:lnTo>
                    <a:pt x="203238" y="198031"/>
                  </a:lnTo>
                  <a:lnTo>
                    <a:pt x="219303" y="193852"/>
                  </a:lnTo>
                  <a:lnTo>
                    <a:pt x="235851" y="191300"/>
                  </a:lnTo>
                  <a:lnTo>
                    <a:pt x="252793" y="190436"/>
                  </a:lnTo>
                  <a:lnTo>
                    <a:pt x="279247" y="192570"/>
                  </a:lnTo>
                  <a:lnTo>
                    <a:pt x="304380" y="198716"/>
                  </a:lnTo>
                  <a:lnTo>
                    <a:pt x="327825" y="208572"/>
                  </a:lnTo>
                  <a:lnTo>
                    <a:pt x="349275" y="221780"/>
                  </a:lnTo>
                  <a:lnTo>
                    <a:pt x="481571" y="221780"/>
                  </a:lnTo>
                  <a:lnTo>
                    <a:pt x="524687" y="264896"/>
                  </a:lnTo>
                  <a:lnTo>
                    <a:pt x="571004" y="264896"/>
                  </a:lnTo>
                  <a:lnTo>
                    <a:pt x="554672" y="249720"/>
                  </a:lnTo>
                  <a:lnTo>
                    <a:pt x="535343" y="232994"/>
                  </a:lnTo>
                  <a:lnTo>
                    <a:pt x="517105" y="214503"/>
                  </a:lnTo>
                  <a:lnTo>
                    <a:pt x="504037" y="194030"/>
                  </a:lnTo>
                  <a:lnTo>
                    <a:pt x="503199" y="190436"/>
                  </a:lnTo>
                  <a:lnTo>
                    <a:pt x="501421" y="182854"/>
                  </a:lnTo>
                  <a:lnTo>
                    <a:pt x="521246" y="149821"/>
                  </a:lnTo>
                  <a:lnTo>
                    <a:pt x="563930" y="136817"/>
                  </a:lnTo>
                  <a:lnTo>
                    <a:pt x="584581" y="139788"/>
                  </a:lnTo>
                  <a:lnTo>
                    <a:pt x="618972" y="163741"/>
                  </a:lnTo>
                  <a:lnTo>
                    <a:pt x="628954" y="189128"/>
                  </a:lnTo>
                  <a:lnTo>
                    <a:pt x="635076" y="177546"/>
                  </a:lnTo>
                  <a:lnTo>
                    <a:pt x="647674" y="148983"/>
                  </a:lnTo>
                  <a:lnTo>
                    <a:pt x="651192" y="136817"/>
                  </a:lnTo>
                  <a:lnTo>
                    <a:pt x="658126" y="112763"/>
                  </a:lnTo>
                  <a:lnTo>
                    <a:pt x="657809" y="78193"/>
                  </a:lnTo>
                  <a:lnTo>
                    <a:pt x="650544" y="69672"/>
                  </a:lnTo>
                  <a:lnTo>
                    <a:pt x="638200" y="55194"/>
                  </a:lnTo>
                  <a:lnTo>
                    <a:pt x="638340" y="55194"/>
                  </a:lnTo>
                  <a:lnTo>
                    <a:pt x="606069" y="44208"/>
                  </a:lnTo>
                  <a:lnTo>
                    <a:pt x="578307" y="41186"/>
                  </a:lnTo>
                  <a:lnTo>
                    <a:pt x="694880" y="41186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99009" y="1688988"/>
              <a:ext cx="9242425" cy="873125"/>
            </a:xfrm>
            <a:custGeom>
              <a:avLst/>
              <a:gdLst/>
              <a:ahLst/>
              <a:cxnLst/>
              <a:rect l="l" t="t" r="r" b="b"/>
              <a:pathLst>
                <a:path w="9242425" h="873125">
                  <a:moveTo>
                    <a:pt x="9241980" y="0"/>
                  </a:moveTo>
                  <a:lnTo>
                    <a:pt x="647674" y="0"/>
                  </a:lnTo>
                  <a:lnTo>
                    <a:pt x="0" y="873061"/>
                  </a:lnTo>
                  <a:lnTo>
                    <a:pt x="8594305" y="873061"/>
                  </a:lnTo>
                  <a:lnTo>
                    <a:pt x="9241980" y="0"/>
                  </a:lnTo>
                  <a:close/>
                </a:path>
              </a:pathLst>
            </a:custGeom>
            <a:solidFill>
              <a:srgbClr val="C12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81500" y="1110968"/>
            <a:ext cx="6499995" cy="12766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58620" algn="l"/>
                <a:tab pos="2545080" algn="l"/>
                <a:tab pos="3778885" algn="l"/>
              </a:tabLst>
            </a:pP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G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A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220" dirty="0">
                <a:solidFill>
                  <a:srgbClr val="FFFFFF"/>
                </a:solidFill>
                <a:latin typeface="Franklin Gothic"/>
                <a:cs typeface="Verdana"/>
              </a:rPr>
              <a:t>M</a:t>
            </a:r>
            <a:r>
              <a:rPr sz="2200" spc="37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Franklin Gothic"/>
                <a:cs typeface="Verdana"/>
              </a:rPr>
              <a:t>E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</a:t>
            </a:r>
            <a:r>
              <a:rPr sz="2200" spc="65" dirty="0">
                <a:solidFill>
                  <a:srgbClr val="FFFFFF"/>
                </a:solidFill>
                <a:latin typeface="Franklin Gothic"/>
                <a:cs typeface="Verdana"/>
              </a:rPr>
              <a:t>O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Franklin Gothic"/>
                <a:cs typeface="Verdana"/>
              </a:rPr>
              <a:t>F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T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130" dirty="0">
                <a:solidFill>
                  <a:srgbClr val="FFFFFF"/>
                </a:solidFill>
                <a:latin typeface="Franklin Gothic"/>
                <a:cs typeface="Verdana"/>
              </a:rPr>
              <a:t>H</a:t>
            </a:r>
            <a:r>
              <a:rPr sz="2200" spc="390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Franklin Gothic"/>
                <a:cs typeface="Verdana"/>
              </a:rPr>
              <a:t>E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</a:t>
            </a:r>
            <a:r>
              <a:rPr sz="2200" spc="220" dirty="0">
                <a:solidFill>
                  <a:srgbClr val="FFFFFF"/>
                </a:solidFill>
                <a:latin typeface="Franklin Gothic"/>
                <a:cs typeface="Verdana"/>
              </a:rPr>
              <a:t>M</a:t>
            </a:r>
            <a:r>
              <a:rPr sz="2200" spc="350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Franklin Gothic"/>
                <a:cs typeface="Verdana"/>
              </a:rPr>
              <a:t>O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Franklin Gothic"/>
                <a:cs typeface="Verdana"/>
              </a:rPr>
              <a:t>N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T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Franklin Gothic"/>
                <a:cs typeface="Verdana"/>
              </a:rPr>
              <a:t>H</a:t>
            </a:r>
            <a:endParaRPr sz="2200" dirty="0">
              <a:latin typeface="Franklin Gothic"/>
              <a:cs typeface="Verdan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200" dirty="0">
              <a:latin typeface="Verdana"/>
              <a:cs typeface="Verdana"/>
            </a:endParaRPr>
          </a:p>
          <a:p>
            <a:pPr marL="3107690">
              <a:lnSpc>
                <a:spcPct val="100000"/>
              </a:lnSpc>
            </a:pPr>
            <a:r>
              <a:rPr sz="2950" b="1" spc="28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PC</a:t>
            </a:r>
            <a:r>
              <a:rPr lang="en-US" sz="2950" b="1" spc="28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6</a:t>
            </a:r>
            <a:r>
              <a:rPr sz="2950" b="1" spc="55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 </a:t>
            </a:r>
            <a:r>
              <a:rPr sz="2950" b="1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-</a:t>
            </a:r>
            <a:r>
              <a:rPr sz="2950" b="1" spc="6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 </a:t>
            </a:r>
            <a:r>
              <a:rPr lang="en-US" sz="2950" b="1" spc="27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FINALS</a:t>
            </a:r>
            <a:endParaRPr sz="2950" dirty="0">
              <a:latin typeface="Franklin Gothic Medium" panose="020B0603020102020204" pitchFamily="34" charset="0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49356" y="1785772"/>
            <a:ext cx="702310" cy="680085"/>
          </a:xfrm>
          <a:custGeom>
            <a:avLst/>
            <a:gdLst/>
            <a:ahLst/>
            <a:cxnLst/>
            <a:rect l="l" t="t" r="r" b="b"/>
            <a:pathLst>
              <a:path w="702310" h="680085">
                <a:moveTo>
                  <a:pt x="104330" y="0"/>
                </a:moveTo>
                <a:lnTo>
                  <a:pt x="52171" y="0"/>
                </a:lnTo>
                <a:lnTo>
                  <a:pt x="52171" y="52158"/>
                </a:lnTo>
                <a:lnTo>
                  <a:pt x="104330" y="52158"/>
                </a:lnTo>
                <a:lnTo>
                  <a:pt x="104330" y="0"/>
                </a:lnTo>
                <a:close/>
              </a:path>
              <a:path w="702310" h="680085">
                <a:moveTo>
                  <a:pt x="423557" y="126022"/>
                </a:moveTo>
                <a:lnTo>
                  <a:pt x="385724" y="125590"/>
                </a:lnTo>
                <a:lnTo>
                  <a:pt x="393319" y="127939"/>
                </a:lnTo>
                <a:lnTo>
                  <a:pt x="404190" y="132054"/>
                </a:lnTo>
                <a:lnTo>
                  <a:pt x="410108" y="134581"/>
                </a:lnTo>
                <a:lnTo>
                  <a:pt x="412343" y="135585"/>
                </a:lnTo>
                <a:lnTo>
                  <a:pt x="414934" y="132054"/>
                </a:lnTo>
                <a:lnTo>
                  <a:pt x="418426" y="128917"/>
                </a:lnTo>
                <a:lnTo>
                  <a:pt x="423557" y="126022"/>
                </a:lnTo>
                <a:close/>
              </a:path>
              <a:path w="702310" h="680085">
                <a:moveTo>
                  <a:pt x="649554" y="522376"/>
                </a:moveTo>
                <a:lnTo>
                  <a:pt x="597382" y="522376"/>
                </a:lnTo>
                <a:lnTo>
                  <a:pt x="597382" y="574548"/>
                </a:lnTo>
                <a:lnTo>
                  <a:pt x="649554" y="574548"/>
                </a:lnTo>
                <a:lnTo>
                  <a:pt x="649554" y="522376"/>
                </a:lnTo>
                <a:close/>
              </a:path>
              <a:path w="702310" h="680085">
                <a:moveTo>
                  <a:pt x="689927" y="64820"/>
                </a:moveTo>
                <a:lnTo>
                  <a:pt x="665619" y="58470"/>
                </a:lnTo>
                <a:lnTo>
                  <a:pt x="599287" y="47040"/>
                </a:lnTo>
                <a:lnTo>
                  <a:pt x="500773" y="34340"/>
                </a:lnTo>
                <a:lnTo>
                  <a:pt x="488454" y="33832"/>
                </a:lnTo>
                <a:lnTo>
                  <a:pt x="488454" y="542340"/>
                </a:lnTo>
                <a:lnTo>
                  <a:pt x="255054" y="542340"/>
                </a:lnTo>
                <a:lnTo>
                  <a:pt x="256540" y="535990"/>
                </a:lnTo>
                <a:lnTo>
                  <a:pt x="260591" y="529640"/>
                </a:lnTo>
                <a:lnTo>
                  <a:pt x="266598" y="524560"/>
                </a:lnTo>
                <a:lnTo>
                  <a:pt x="273977" y="523290"/>
                </a:lnTo>
                <a:lnTo>
                  <a:pt x="469531" y="523290"/>
                </a:lnTo>
                <a:lnTo>
                  <a:pt x="476897" y="524560"/>
                </a:lnTo>
                <a:lnTo>
                  <a:pt x="482904" y="529640"/>
                </a:lnTo>
                <a:lnTo>
                  <a:pt x="486956" y="535990"/>
                </a:lnTo>
                <a:lnTo>
                  <a:pt x="488454" y="542340"/>
                </a:lnTo>
                <a:lnTo>
                  <a:pt x="488454" y="33832"/>
                </a:lnTo>
                <a:lnTo>
                  <a:pt x="477177" y="33350"/>
                </a:lnTo>
                <a:lnTo>
                  <a:pt x="477177" y="515670"/>
                </a:lnTo>
                <a:lnTo>
                  <a:pt x="266344" y="515670"/>
                </a:lnTo>
                <a:lnTo>
                  <a:pt x="267830" y="508050"/>
                </a:lnTo>
                <a:lnTo>
                  <a:pt x="271881" y="501700"/>
                </a:lnTo>
                <a:lnTo>
                  <a:pt x="277888" y="497890"/>
                </a:lnTo>
                <a:lnTo>
                  <a:pt x="285267" y="496620"/>
                </a:lnTo>
                <a:lnTo>
                  <a:pt x="458241" y="496620"/>
                </a:lnTo>
                <a:lnTo>
                  <a:pt x="465607" y="497890"/>
                </a:lnTo>
                <a:lnTo>
                  <a:pt x="471627" y="501700"/>
                </a:lnTo>
                <a:lnTo>
                  <a:pt x="475678" y="508050"/>
                </a:lnTo>
                <a:lnTo>
                  <a:pt x="477177" y="515670"/>
                </a:lnTo>
                <a:lnTo>
                  <a:pt x="477177" y="33350"/>
                </a:lnTo>
                <a:lnTo>
                  <a:pt x="476846" y="33337"/>
                </a:lnTo>
                <a:lnTo>
                  <a:pt x="476846" y="151180"/>
                </a:lnTo>
                <a:lnTo>
                  <a:pt x="473252" y="163880"/>
                </a:lnTo>
                <a:lnTo>
                  <a:pt x="468909" y="172770"/>
                </a:lnTo>
                <a:lnTo>
                  <a:pt x="466813" y="177850"/>
                </a:lnTo>
                <a:lnTo>
                  <a:pt x="466813" y="174040"/>
                </a:lnTo>
                <a:lnTo>
                  <a:pt x="465886" y="172402"/>
                </a:lnTo>
                <a:lnTo>
                  <a:pt x="465886" y="481380"/>
                </a:lnTo>
                <a:lnTo>
                  <a:pt x="465886" y="489000"/>
                </a:lnTo>
                <a:lnTo>
                  <a:pt x="277622" y="489000"/>
                </a:lnTo>
                <a:lnTo>
                  <a:pt x="277622" y="481380"/>
                </a:lnTo>
                <a:lnTo>
                  <a:pt x="281724" y="475030"/>
                </a:lnTo>
                <a:lnTo>
                  <a:pt x="287731" y="471220"/>
                </a:lnTo>
                <a:lnTo>
                  <a:pt x="298729" y="462330"/>
                </a:lnTo>
                <a:lnTo>
                  <a:pt x="307251" y="450900"/>
                </a:lnTo>
                <a:lnTo>
                  <a:pt x="312788" y="436930"/>
                </a:lnTo>
                <a:lnTo>
                  <a:pt x="314782" y="421690"/>
                </a:lnTo>
                <a:lnTo>
                  <a:pt x="428726" y="421690"/>
                </a:lnTo>
                <a:lnTo>
                  <a:pt x="444766" y="462330"/>
                </a:lnTo>
                <a:lnTo>
                  <a:pt x="461784" y="475030"/>
                </a:lnTo>
                <a:lnTo>
                  <a:pt x="465886" y="481380"/>
                </a:lnTo>
                <a:lnTo>
                  <a:pt x="465886" y="172402"/>
                </a:lnTo>
                <a:lnTo>
                  <a:pt x="465378" y="171500"/>
                </a:lnTo>
                <a:lnTo>
                  <a:pt x="463384" y="168960"/>
                </a:lnTo>
                <a:lnTo>
                  <a:pt x="461721" y="167386"/>
                </a:lnTo>
                <a:lnTo>
                  <a:pt x="461721" y="265480"/>
                </a:lnTo>
                <a:lnTo>
                  <a:pt x="456336" y="303580"/>
                </a:lnTo>
                <a:lnTo>
                  <a:pt x="445058" y="335330"/>
                </a:lnTo>
                <a:lnTo>
                  <a:pt x="433895" y="369620"/>
                </a:lnTo>
                <a:lnTo>
                  <a:pt x="428904" y="414070"/>
                </a:lnTo>
                <a:lnTo>
                  <a:pt x="318681" y="414070"/>
                </a:lnTo>
                <a:lnTo>
                  <a:pt x="362115" y="362000"/>
                </a:lnTo>
                <a:lnTo>
                  <a:pt x="374840" y="346760"/>
                </a:lnTo>
                <a:lnTo>
                  <a:pt x="376643" y="344220"/>
                </a:lnTo>
                <a:lnTo>
                  <a:pt x="376643" y="275640"/>
                </a:lnTo>
                <a:lnTo>
                  <a:pt x="384035" y="266750"/>
                </a:lnTo>
                <a:lnTo>
                  <a:pt x="389496" y="256590"/>
                </a:lnTo>
                <a:lnTo>
                  <a:pt x="392874" y="245160"/>
                </a:lnTo>
                <a:lnTo>
                  <a:pt x="394030" y="233730"/>
                </a:lnTo>
                <a:lnTo>
                  <a:pt x="393395" y="227380"/>
                </a:lnTo>
                <a:lnTo>
                  <a:pt x="393268" y="226110"/>
                </a:lnTo>
                <a:lnTo>
                  <a:pt x="393141" y="224840"/>
                </a:lnTo>
                <a:lnTo>
                  <a:pt x="393014" y="223570"/>
                </a:lnTo>
                <a:lnTo>
                  <a:pt x="390118" y="213410"/>
                </a:lnTo>
                <a:lnTo>
                  <a:pt x="386283" y="206019"/>
                </a:lnTo>
                <a:lnTo>
                  <a:pt x="386283" y="233730"/>
                </a:lnTo>
                <a:lnTo>
                  <a:pt x="385051" y="245160"/>
                </a:lnTo>
                <a:lnTo>
                  <a:pt x="381571" y="255320"/>
                </a:lnTo>
                <a:lnTo>
                  <a:pt x="376097" y="264210"/>
                </a:lnTo>
                <a:lnTo>
                  <a:pt x="368896" y="271830"/>
                </a:lnTo>
                <a:lnTo>
                  <a:pt x="368896" y="341680"/>
                </a:lnTo>
                <a:lnTo>
                  <a:pt x="351980" y="362000"/>
                </a:lnTo>
                <a:lnTo>
                  <a:pt x="351980" y="266750"/>
                </a:lnTo>
                <a:lnTo>
                  <a:pt x="360514" y="260400"/>
                </a:lnTo>
                <a:lnTo>
                  <a:pt x="367068" y="254050"/>
                </a:lnTo>
                <a:lnTo>
                  <a:pt x="371284" y="243890"/>
                </a:lnTo>
                <a:lnTo>
                  <a:pt x="372770" y="233730"/>
                </a:lnTo>
                <a:lnTo>
                  <a:pt x="372719" y="232460"/>
                </a:lnTo>
                <a:lnTo>
                  <a:pt x="374624" y="231190"/>
                </a:lnTo>
                <a:lnTo>
                  <a:pt x="376123" y="229920"/>
                </a:lnTo>
                <a:lnTo>
                  <a:pt x="376948" y="227380"/>
                </a:lnTo>
                <a:lnTo>
                  <a:pt x="385787" y="227380"/>
                </a:lnTo>
                <a:lnTo>
                  <a:pt x="386118" y="229920"/>
                </a:lnTo>
                <a:lnTo>
                  <a:pt x="386194" y="231190"/>
                </a:lnTo>
                <a:lnTo>
                  <a:pt x="386283" y="233730"/>
                </a:lnTo>
                <a:lnTo>
                  <a:pt x="386283" y="206019"/>
                </a:lnTo>
                <a:lnTo>
                  <a:pt x="385508" y="204520"/>
                </a:lnTo>
                <a:lnTo>
                  <a:pt x="384009" y="202653"/>
                </a:lnTo>
                <a:lnTo>
                  <a:pt x="384009" y="219760"/>
                </a:lnTo>
                <a:lnTo>
                  <a:pt x="376948" y="219760"/>
                </a:lnTo>
                <a:lnTo>
                  <a:pt x="375386" y="215950"/>
                </a:lnTo>
                <a:lnTo>
                  <a:pt x="371411" y="212140"/>
                </a:lnTo>
                <a:lnTo>
                  <a:pt x="369912" y="212140"/>
                </a:lnTo>
                <a:lnTo>
                  <a:pt x="369912" y="224840"/>
                </a:lnTo>
                <a:lnTo>
                  <a:pt x="368515" y="226110"/>
                </a:lnTo>
                <a:lnTo>
                  <a:pt x="365023" y="226110"/>
                </a:lnTo>
                <a:lnTo>
                  <a:pt x="365023" y="233730"/>
                </a:lnTo>
                <a:lnTo>
                  <a:pt x="363702" y="242620"/>
                </a:lnTo>
                <a:lnTo>
                  <a:pt x="359994" y="250240"/>
                </a:lnTo>
                <a:lnTo>
                  <a:pt x="354241" y="256590"/>
                </a:lnTo>
                <a:lnTo>
                  <a:pt x="346811" y="260400"/>
                </a:lnTo>
                <a:lnTo>
                  <a:pt x="344233" y="261670"/>
                </a:lnTo>
                <a:lnTo>
                  <a:pt x="344233" y="370890"/>
                </a:lnTo>
                <a:lnTo>
                  <a:pt x="315658" y="405180"/>
                </a:lnTo>
                <a:lnTo>
                  <a:pt x="250583" y="489000"/>
                </a:lnTo>
                <a:lnTo>
                  <a:pt x="256590" y="440740"/>
                </a:lnTo>
                <a:lnTo>
                  <a:pt x="267512" y="426770"/>
                </a:lnTo>
                <a:lnTo>
                  <a:pt x="309270" y="373430"/>
                </a:lnTo>
                <a:lnTo>
                  <a:pt x="316903" y="373430"/>
                </a:lnTo>
                <a:lnTo>
                  <a:pt x="317119" y="372160"/>
                </a:lnTo>
                <a:lnTo>
                  <a:pt x="318300" y="372160"/>
                </a:lnTo>
                <a:lnTo>
                  <a:pt x="319189" y="370890"/>
                </a:lnTo>
                <a:lnTo>
                  <a:pt x="320141" y="370890"/>
                </a:lnTo>
                <a:lnTo>
                  <a:pt x="320725" y="369620"/>
                </a:lnTo>
                <a:lnTo>
                  <a:pt x="322173" y="368350"/>
                </a:lnTo>
                <a:lnTo>
                  <a:pt x="322199" y="365810"/>
                </a:lnTo>
                <a:lnTo>
                  <a:pt x="322275" y="359460"/>
                </a:lnTo>
                <a:lnTo>
                  <a:pt x="322300" y="358190"/>
                </a:lnTo>
                <a:lnTo>
                  <a:pt x="322122" y="358190"/>
                </a:lnTo>
                <a:lnTo>
                  <a:pt x="321792" y="356920"/>
                </a:lnTo>
                <a:lnTo>
                  <a:pt x="321221" y="356920"/>
                </a:lnTo>
                <a:lnTo>
                  <a:pt x="320497" y="355650"/>
                </a:lnTo>
                <a:lnTo>
                  <a:pt x="319227" y="354380"/>
                </a:lnTo>
                <a:lnTo>
                  <a:pt x="318325" y="353110"/>
                </a:lnTo>
                <a:lnTo>
                  <a:pt x="315887" y="353110"/>
                </a:lnTo>
                <a:lnTo>
                  <a:pt x="315607" y="351840"/>
                </a:lnTo>
                <a:lnTo>
                  <a:pt x="315582" y="360730"/>
                </a:lnTo>
                <a:lnTo>
                  <a:pt x="315582" y="363270"/>
                </a:lnTo>
                <a:lnTo>
                  <a:pt x="315341" y="364540"/>
                </a:lnTo>
                <a:lnTo>
                  <a:pt x="314667" y="364540"/>
                </a:lnTo>
                <a:lnTo>
                  <a:pt x="314515" y="365810"/>
                </a:lnTo>
                <a:lnTo>
                  <a:pt x="310502" y="365810"/>
                </a:lnTo>
                <a:lnTo>
                  <a:pt x="309791" y="364540"/>
                </a:lnTo>
                <a:lnTo>
                  <a:pt x="309308" y="363270"/>
                </a:lnTo>
                <a:lnTo>
                  <a:pt x="309308" y="362000"/>
                </a:lnTo>
                <a:lnTo>
                  <a:pt x="309549" y="362000"/>
                </a:lnTo>
                <a:lnTo>
                  <a:pt x="310540" y="360730"/>
                </a:lnTo>
                <a:lnTo>
                  <a:pt x="311429" y="359460"/>
                </a:lnTo>
                <a:lnTo>
                  <a:pt x="314172" y="359460"/>
                </a:lnTo>
                <a:lnTo>
                  <a:pt x="315582" y="360730"/>
                </a:lnTo>
                <a:lnTo>
                  <a:pt x="315582" y="351840"/>
                </a:lnTo>
                <a:lnTo>
                  <a:pt x="306438" y="351840"/>
                </a:lnTo>
                <a:lnTo>
                  <a:pt x="301561" y="356920"/>
                </a:lnTo>
                <a:lnTo>
                  <a:pt x="301561" y="364540"/>
                </a:lnTo>
                <a:lnTo>
                  <a:pt x="302133" y="367080"/>
                </a:lnTo>
                <a:lnTo>
                  <a:pt x="303161" y="368350"/>
                </a:lnTo>
                <a:lnTo>
                  <a:pt x="258521" y="426770"/>
                </a:lnTo>
                <a:lnTo>
                  <a:pt x="264071" y="382320"/>
                </a:lnTo>
                <a:lnTo>
                  <a:pt x="275628" y="367080"/>
                </a:lnTo>
                <a:lnTo>
                  <a:pt x="309372" y="322630"/>
                </a:lnTo>
                <a:lnTo>
                  <a:pt x="317627" y="322630"/>
                </a:lnTo>
                <a:lnTo>
                  <a:pt x="317792" y="321360"/>
                </a:lnTo>
                <a:lnTo>
                  <a:pt x="319481" y="321360"/>
                </a:lnTo>
                <a:lnTo>
                  <a:pt x="320192" y="320090"/>
                </a:lnTo>
                <a:lnTo>
                  <a:pt x="320700" y="320090"/>
                </a:lnTo>
                <a:lnTo>
                  <a:pt x="321259" y="318820"/>
                </a:lnTo>
                <a:lnTo>
                  <a:pt x="321564" y="318820"/>
                </a:lnTo>
                <a:lnTo>
                  <a:pt x="322008" y="317550"/>
                </a:lnTo>
                <a:lnTo>
                  <a:pt x="321970" y="315010"/>
                </a:lnTo>
                <a:lnTo>
                  <a:pt x="321919" y="309930"/>
                </a:lnTo>
                <a:lnTo>
                  <a:pt x="321894" y="307390"/>
                </a:lnTo>
                <a:lnTo>
                  <a:pt x="321627" y="306120"/>
                </a:lnTo>
                <a:lnTo>
                  <a:pt x="320992" y="306120"/>
                </a:lnTo>
                <a:lnTo>
                  <a:pt x="320611" y="304850"/>
                </a:lnTo>
                <a:lnTo>
                  <a:pt x="319633" y="304850"/>
                </a:lnTo>
                <a:lnTo>
                  <a:pt x="319506" y="303580"/>
                </a:lnTo>
                <a:lnTo>
                  <a:pt x="317957" y="303580"/>
                </a:lnTo>
                <a:lnTo>
                  <a:pt x="316788" y="302310"/>
                </a:lnTo>
                <a:lnTo>
                  <a:pt x="315099" y="302310"/>
                </a:lnTo>
                <a:lnTo>
                  <a:pt x="315099" y="311200"/>
                </a:lnTo>
                <a:lnTo>
                  <a:pt x="314998" y="313740"/>
                </a:lnTo>
                <a:lnTo>
                  <a:pt x="314896" y="315010"/>
                </a:lnTo>
                <a:lnTo>
                  <a:pt x="310718" y="315010"/>
                </a:lnTo>
                <a:lnTo>
                  <a:pt x="309308" y="313740"/>
                </a:lnTo>
                <a:lnTo>
                  <a:pt x="309308" y="312470"/>
                </a:lnTo>
                <a:lnTo>
                  <a:pt x="309892" y="311200"/>
                </a:lnTo>
                <a:lnTo>
                  <a:pt x="310362" y="309930"/>
                </a:lnTo>
                <a:lnTo>
                  <a:pt x="314769" y="309930"/>
                </a:lnTo>
                <a:lnTo>
                  <a:pt x="315099" y="311200"/>
                </a:lnTo>
                <a:lnTo>
                  <a:pt x="315099" y="302310"/>
                </a:lnTo>
                <a:lnTo>
                  <a:pt x="314388" y="302310"/>
                </a:lnTo>
                <a:lnTo>
                  <a:pt x="313613" y="301040"/>
                </a:lnTo>
                <a:lnTo>
                  <a:pt x="306438" y="301040"/>
                </a:lnTo>
                <a:lnTo>
                  <a:pt x="301561" y="306120"/>
                </a:lnTo>
                <a:lnTo>
                  <a:pt x="301561" y="315010"/>
                </a:lnTo>
                <a:lnTo>
                  <a:pt x="302158" y="316280"/>
                </a:lnTo>
                <a:lnTo>
                  <a:pt x="303199" y="318820"/>
                </a:lnTo>
                <a:lnTo>
                  <a:pt x="266014" y="367080"/>
                </a:lnTo>
                <a:lnTo>
                  <a:pt x="271538" y="323900"/>
                </a:lnTo>
                <a:lnTo>
                  <a:pt x="282879" y="308660"/>
                </a:lnTo>
                <a:lnTo>
                  <a:pt x="306514" y="276910"/>
                </a:lnTo>
                <a:lnTo>
                  <a:pt x="306514" y="252780"/>
                </a:lnTo>
                <a:lnTo>
                  <a:pt x="306514" y="241350"/>
                </a:lnTo>
                <a:lnTo>
                  <a:pt x="316547" y="227380"/>
                </a:lnTo>
                <a:lnTo>
                  <a:pt x="320052" y="227380"/>
                </a:lnTo>
                <a:lnTo>
                  <a:pt x="321614" y="231190"/>
                </a:lnTo>
                <a:lnTo>
                  <a:pt x="325577" y="233730"/>
                </a:lnTo>
                <a:lnTo>
                  <a:pt x="334848" y="233730"/>
                </a:lnTo>
                <a:lnTo>
                  <a:pt x="338823" y="231190"/>
                </a:lnTo>
                <a:lnTo>
                  <a:pt x="340385" y="227380"/>
                </a:lnTo>
                <a:lnTo>
                  <a:pt x="356603" y="227380"/>
                </a:lnTo>
                <a:lnTo>
                  <a:pt x="357974" y="231190"/>
                </a:lnTo>
                <a:lnTo>
                  <a:pt x="361162" y="233730"/>
                </a:lnTo>
                <a:lnTo>
                  <a:pt x="365023" y="233730"/>
                </a:lnTo>
                <a:lnTo>
                  <a:pt x="365023" y="226110"/>
                </a:lnTo>
                <a:lnTo>
                  <a:pt x="364312" y="226110"/>
                </a:lnTo>
                <a:lnTo>
                  <a:pt x="363715" y="223570"/>
                </a:lnTo>
                <a:lnTo>
                  <a:pt x="363639" y="221030"/>
                </a:lnTo>
                <a:lnTo>
                  <a:pt x="365036" y="219760"/>
                </a:lnTo>
                <a:lnTo>
                  <a:pt x="368147" y="219760"/>
                </a:lnTo>
                <a:lnTo>
                  <a:pt x="369316" y="221030"/>
                </a:lnTo>
                <a:lnTo>
                  <a:pt x="369862" y="222300"/>
                </a:lnTo>
                <a:lnTo>
                  <a:pt x="369912" y="224840"/>
                </a:lnTo>
                <a:lnTo>
                  <a:pt x="369912" y="212140"/>
                </a:lnTo>
                <a:lnTo>
                  <a:pt x="362140" y="212140"/>
                </a:lnTo>
                <a:lnTo>
                  <a:pt x="358165" y="215950"/>
                </a:lnTo>
                <a:lnTo>
                  <a:pt x="356603" y="219760"/>
                </a:lnTo>
                <a:lnTo>
                  <a:pt x="340385" y="219760"/>
                </a:lnTo>
                <a:lnTo>
                  <a:pt x="338823" y="215950"/>
                </a:lnTo>
                <a:lnTo>
                  <a:pt x="334860" y="212140"/>
                </a:lnTo>
                <a:lnTo>
                  <a:pt x="333349" y="212140"/>
                </a:lnTo>
                <a:lnTo>
                  <a:pt x="333349" y="221030"/>
                </a:lnTo>
                <a:lnTo>
                  <a:pt x="333349" y="224840"/>
                </a:lnTo>
                <a:lnTo>
                  <a:pt x="331952" y="226110"/>
                </a:lnTo>
                <a:lnTo>
                  <a:pt x="328485" y="226110"/>
                </a:lnTo>
                <a:lnTo>
                  <a:pt x="327075" y="224840"/>
                </a:lnTo>
                <a:lnTo>
                  <a:pt x="327075" y="221030"/>
                </a:lnTo>
                <a:lnTo>
                  <a:pt x="328485" y="219760"/>
                </a:lnTo>
                <a:lnTo>
                  <a:pt x="331952" y="219760"/>
                </a:lnTo>
                <a:lnTo>
                  <a:pt x="333349" y="221030"/>
                </a:lnTo>
                <a:lnTo>
                  <a:pt x="333349" y="212140"/>
                </a:lnTo>
                <a:lnTo>
                  <a:pt x="325577" y="212140"/>
                </a:lnTo>
                <a:lnTo>
                  <a:pt x="321614" y="215950"/>
                </a:lnTo>
                <a:lnTo>
                  <a:pt x="320052" y="219760"/>
                </a:lnTo>
                <a:lnTo>
                  <a:pt x="312496" y="219760"/>
                </a:lnTo>
                <a:lnTo>
                  <a:pt x="298780" y="239268"/>
                </a:lnTo>
                <a:lnTo>
                  <a:pt x="298780" y="252780"/>
                </a:lnTo>
                <a:lnTo>
                  <a:pt x="298780" y="274370"/>
                </a:lnTo>
                <a:lnTo>
                  <a:pt x="273494" y="308660"/>
                </a:lnTo>
                <a:lnTo>
                  <a:pt x="276440" y="284530"/>
                </a:lnTo>
                <a:lnTo>
                  <a:pt x="288048" y="268020"/>
                </a:lnTo>
                <a:lnTo>
                  <a:pt x="298780" y="252780"/>
                </a:lnTo>
                <a:lnTo>
                  <a:pt x="298780" y="239268"/>
                </a:lnTo>
                <a:lnTo>
                  <a:pt x="278549" y="268020"/>
                </a:lnTo>
                <a:lnTo>
                  <a:pt x="283375" y="229920"/>
                </a:lnTo>
                <a:lnTo>
                  <a:pt x="283895" y="229920"/>
                </a:lnTo>
                <a:lnTo>
                  <a:pt x="286486" y="224840"/>
                </a:lnTo>
                <a:lnTo>
                  <a:pt x="295681" y="209600"/>
                </a:lnTo>
                <a:lnTo>
                  <a:pt x="296278" y="208330"/>
                </a:lnTo>
                <a:lnTo>
                  <a:pt x="302628" y="200710"/>
                </a:lnTo>
                <a:lnTo>
                  <a:pt x="310489" y="193090"/>
                </a:lnTo>
                <a:lnTo>
                  <a:pt x="319608" y="189280"/>
                </a:lnTo>
                <a:lnTo>
                  <a:pt x="329742" y="185470"/>
                </a:lnTo>
                <a:lnTo>
                  <a:pt x="344500" y="185470"/>
                </a:lnTo>
                <a:lnTo>
                  <a:pt x="345338" y="186740"/>
                </a:lnTo>
                <a:lnTo>
                  <a:pt x="350761" y="186740"/>
                </a:lnTo>
                <a:lnTo>
                  <a:pt x="351967" y="188010"/>
                </a:lnTo>
                <a:lnTo>
                  <a:pt x="353999" y="188010"/>
                </a:lnTo>
                <a:lnTo>
                  <a:pt x="355498" y="189280"/>
                </a:lnTo>
                <a:lnTo>
                  <a:pt x="357200" y="189280"/>
                </a:lnTo>
                <a:lnTo>
                  <a:pt x="358140" y="190550"/>
                </a:lnTo>
                <a:lnTo>
                  <a:pt x="359956" y="190550"/>
                </a:lnTo>
                <a:lnTo>
                  <a:pt x="361556" y="191820"/>
                </a:lnTo>
                <a:lnTo>
                  <a:pt x="364261" y="193090"/>
                </a:lnTo>
                <a:lnTo>
                  <a:pt x="365556" y="194360"/>
                </a:lnTo>
                <a:lnTo>
                  <a:pt x="365721" y="194360"/>
                </a:lnTo>
                <a:lnTo>
                  <a:pt x="368223" y="196900"/>
                </a:lnTo>
                <a:lnTo>
                  <a:pt x="370192" y="198170"/>
                </a:lnTo>
                <a:lnTo>
                  <a:pt x="371322" y="199440"/>
                </a:lnTo>
                <a:lnTo>
                  <a:pt x="372579" y="200710"/>
                </a:lnTo>
                <a:lnTo>
                  <a:pt x="374065" y="201980"/>
                </a:lnTo>
                <a:lnTo>
                  <a:pt x="376072" y="204520"/>
                </a:lnTo>
                <a:lnTo>
                  <a:pt x="377253" y="205790"/>
                </a:lnTo>
                <a:lnTo>
                  <a:pt x="378180" y="207060"/>
                </a:lnTo>
                <a:lnTo>
                  <a:pt x="379399" y="209600"/>
                </a:lnTo>
                <a:lnTo>
                  <a:pt x="380936" y="212140"/>
                </a:lnTo>
                <a:lnTo>
                  <a:pt x="381431" y="213410"/>
                </a:lnTo>
                <a:lnTo>
                  <a:pt x="382193" y="214680"/>
                </a:lnTo>
                <a:lnTo>
                  <a:pt x="383095" y="217220"/>
                </a:lnTo>
                <a:lnTo>
                  <a:pt x="383857" y="218490"/>
                </a:lnTo>
                <a:lnTo>
                  <a:pt x="384009" y="219760"/>
                </a:lnTo>
                <a:lnTo>
                  <a:pt x="384009" y="202653"/>
                </a:lnTo>
                <a:lnTo>
                  <a:pt x="379399" y="196900"/>
                </a:lnTo>
                <a:lnTo>
                  <a:pt x="412661" y="196900"/>
                </a:lnTo>
                <a:lnTo>
                  <a:pt x="427609" y="210870"/>
                </a:lnTo>
                <a:lnTo>
                  <a:pt x="450735" y="210870"/>
                </a:lnTo>
                <a:lnTo>
                  <a:pt x="451612" y="213410"/>
                </a:lnTo>
                <a:lnTo>
                  <a:pt x="454596" y="219760"/>
                </a:lnTo>
                <a:lnTo>
                  <a:pt x="457987" y="229920"/>
                </a:lnTo>
                <a:lnTo>
                  <a:pt x="460717" y="245160"/>
                </a:lnTo>
                <a:lnTo>
                  <a:pt x="461467" y="260400"/>
                </a:lnTo>
                <a:lnTo>
                  <a:pt x="461530" y="261670"/>
                </a:lnTo>
                <a:lnTo>
                  <a:pt x="461657" y="264210"/>
                </a:lnTo>
                <a:lnTo>
                  <a:pt x="461721" y="265480"/>
                </a:lnTo>
                <a:lnTo>
                  <a:pt x="461721" y="167386"/>
                </a:lnTo>
                <a:lnTo>
                  <a:pt x="458038" y="163880"/>
                </a:lnTo>
                <a:lnTo>
                  <a:pt x="451561" y="160070"/>
                </a:lnTo>
                <a:lnTo>
                  <a:pt x="444461" y="158800"/>
                </a:lnTo>
                <a:lnTo>
                  <a:pt x="437235" y="160070"/>
                </a:lnTo>
                <a:lnTo>
                  <a:pt x="433412" y="161340"/>
                </a:lnTo>
                <a:lnTo>
                  <a:pt x="430276" y="163880"/>
                </a:lnTo>
                <a:lnTo>
                  <a:pt x="423405" y="167690"/>
                </a:lnTo>
                <a:lnTo>
                  <a:pt x="446900" y="203250"/>
                </a:lnTo>
                <a:lnTo>
                  <a:pt x="430974" y="203250"/>
                </a:lnTo>
                <a:lnTo>
                  <a:pt x="424789" y="196900"/>
                </a:lnTo>
                <a:lnTo>
                  <a:pt x="416153" y="188010"/>
                </a:lnTo>
                <a:lnTo>
                  <a:pt x="370674" y="188010"/>
                </a:lnTo>
                <a:lnTo>
                  <a:pt x="365747" y="185470"/>
                </a:lnTo>
                <a:lnTo>
                  <a:pt x="363283" y="184200"/>
                </a:lnTo>
                <a:lnTo>
                  <a:pt x="360603" y="182930"/>
                </a:lnTo>
                <a:lnTo>
                  <a:pt x="355231" y="180390"/>
                </a:lnTo>
                <a:lnTo>
                  <a:pt x="346595" y="177850"/>
                </a:lnTo>
                <a:lnTo>
                  <a:pt x="329653" y="177850"/>
                </a:lnTo>
                <a:lnTo>
                  <a:pt x="322084" y="179120"/>
                </a:lnTo>
                <a:lnTo>
                  <a:pt x="315150" y="182930"/>
                </a:lnTo>
                <a:lnTo>
                  <a:pt x="330606" y="167690"/>
                </a:lnTo>
                <a:lnTo>
                  <a:pt x="309549" y="167690"/>
                </a:lnTo>
                <a:lnTo>
                  <a:pt x="338086" y="138480"/>
                </a:lnTo>
                <a:lnTo>
                  <a:pt x="298919" y="111810"/>
                </a:lnTo>
                <a:lnTo>
                  <a:pt x="418452" y="111810"/>
                </a:lnTo>
                <a:lnTo>
                  <a:pt x="421868" y="114350"/>
                </a:lnTo>
                <a:lnTo>
                  <a:pt x="433768" y="125780"/>
                </a:lnTo>
                <a:lnTo>
                  <a:pt x="448665" y="125780"/>
                </a:lnTo>
                <a:lnTo>
                  <a:pt x="458952" y="127050"/>
                </a:lnTo>
                <a:lnTo>
                  <a:pt x="469976" y="130860"/>
                </a:lnTo>
                <a:lnTo>
                  <a:pt x="476745" y="139750"/>
                </a:lnTo>
                <a:lnTo>
                  <a:pt x="476846" y="151180"/>
                </a:lnTo>
                <a:lnTo>
                  <a:pt x="476846" y="33337"/>
                </a:lnTo>
                <a:lnTo>
                  <a:pt x="379933" y="29260"/>
                </a:lnTo>
                <a:lnTo>
                  <a:pt x="359117" y="29260"/>
                </a:lnTo>
                <a:lnTo>
                  <a:pt x="297370" y="30530"/>
                </a:lnTo>
                <a:lnTo>
                  <a:pt x="239839" y="34340"/>
                </a:lnTo>
                <a:lnTo>
                  <a:pt x="187706" y="39420"/>
                </a:lnTo>
                <a:lnTo>
                  <a:pt x="104330" y="53390"/>
                </a:lnTo>
                <a:lnTo>
                  <a:pt x="104330" y="105460"/>
                </a:lnTo>
                <a:lnTo>
                  <a:pt x="156489" y="105460"/>
                </a:lnTo>
                <a:lnTo>
                  <a:pt x="156489" y="157530"/>
                </a:lnTo>
                <a:lnTo>
                  <a:pt x="104330" y="157530"/>
                </a:lnTo>
                <a:lnTo>
                  <a:pt x="104330" y="105460"/>
                </a:lnTo>
                <a:lnTo>
                  <a:pt x="0" y="105460"/>
                </a:lnTo>
                <a:lnTo>
                  <a:pt x="0" y="157530"/>
                </a:lnTo>
                <a:lnTo>
                  <a:pt x="49110" y="157530"/>
                </a:lnTo>
                <a:lnTo>
                  <a:pt x="49225" y="199440"/>
                </a:lnTo>
                <a:lnTo>
                  <a:pt x="51181" y="241350"/>
                </a:lnTo>
                <a:lnTo>
                  <a:pt x="51295" y="243890"/>
                </a:lnTo>
                <a:lnTo>
                  <a:pt x="51409" y="246430"/>
                </a:lnTo>
                <a:lnTo>
                  <a:pt x="58204" y="294690"/>
                </a:lnTo>
                <a:lnTo>
                  <a:pt x="69278" y="341680"/>
                </a:lnTo>
                <a:lnTo>
                  <a:pt x="84416" y="386130"/>
                </a:lnTo>
                <a:lnTo>
                  <a:pt x="103416" y="429310"/>
                </a:lnTo>
                <a:lnTo>
                  <a:pt x="126072" y="469950"/>
                </a:lnTo>
                <a:lnTo>
                  <a:pt x="152171" y="509320"/>
                </a:lnTo>
                <a:lnTo>
                  <a:pt x="181508" y="544880"/>
                </a:lnTo>
                <a:lnTo>
                  <a:pt x="213868" y="579170"/>
                </a:lnTo>
                <a:lnTo>
                  <a:pt x="249059" y="608380"/>
                </a:lnTo>
                <a:lnTo>
                  <a:pt x="286880" y="636320"/>
                </a:lnTo>
                <a:lnTo>
                  <a:pt x="327088" y="660450"/>
                </a:lnTo>
                <a:lnTo>
                  <a:pt x="369519" y="679500"/>
                </a:lnTo>
                <a:lnTo>
                  <a:pt x="411886" y="660450"/>
                </a:lnTo>
                <a:lnTo>
                  <a:pt x="452056" y="636320"/>
                </a:lnTo>
                <a:lnTo>
                  <a:pt x="489826" y="608380"/>
                </a:lnTo>
                <a:lnTo>
                  <a:pt x="524979" y="579170"/>
                </a:lnTo>
                <a:lnTo>
                  <a:pt x="557326" y="544880"/>
                </a:lnTo>
                <a:lnTo>
                  <a:pt x="575132" y="523290"/>
                </a:lnTo>
                <a:lnTo>
                  <a:pt x="581418" y="515670"/>
                </a:lnTo>
                <a:lnTo>
                  <a:pt x="586651" y="509320"/>
                </a:lnTo>
                <a:lnTo>
                  <a:pt x="595350" y="496620"/>
                </a:lnTo>
                <a:lnTo>
                  <a:pt x="600570" y="489000"/>
                </a:lnTo>
                <a:lnTo>
                  <a:pt x="612749" y="471220"/>
                </a:lnTo>
                <a:lnTo>
                  <a:pt x="597382" y="471220"/>
                </a:lnTo>
                <a:lnTo>
                  <a:pt x="597382" y="421690"/>
                </a:lnTo>
                <a:lnTo>
                  <a:pt x="597382" y="419150"/>
                </a:lnTo>
                <a:lnTo>
                  <a:pt x="640842" y="419150"/>
                </a:lnTo>
                <a:lnTo>
                  <a:pt x="642924" y="414070"/>
                </a:lnTo>
                <a:lnTo>
                  <a:pt x="658025" y="377240"/>
                </a:lnTo>
                <a:lnTo>
                  <a:pt x="671715" y="334060"/>
                </a:lnTo>
                <a:lnTo>
                  <a:pt x="681710" y="289610"/>
                </a:lnTo>
                <a:lnTo>
                  <a:pt x="687844" y="243890"/>
                </a:lnTo>
                <a:lnTo>
                  <a:pt x="688289" y="233730"/>
                </a:lnTo>
                <a:lnTo>
                  <a:pt x="688403" y="231190"/>
                </a:lnTo>
                <a:lnTo>
                  <a:pt x="688454" y="229920"/>
                </a:lnTo>
                <a:lnTo>
                  <a:pt x="688568" y="227380"/>
                </a:lnTo>
                <a:lnTo>
                  <a:pt x="688682" y="224840"/>
                </a:lnTo>
                <a:lnTo>
                  <a:pt x="688797" y="222300"/>
                </a:lnTo>
                <a:lnTo>
                  <a:pt x="688911" y="219760"/>
                </a:lnTo>
                <a:lnTo>
                  <a:pt x="689025" y="217220"/>
                </a:lnTo>
                <a:lnTo>
                  <a:pt x="689127" y="214680"/>
                </a:lnTo>
                <a:lnTo>
                  <a:pt x="689241" y="212140"/>
                </a:lnTo>
                <a:lnTo>
                  <a:pt x="689356" y="209600"/>
                </a:lnTo>
                <a:lnTo>
                  <a:pt x="689470" y="207060"/>
                </a:lnTo>
                <a:lnTo>
                  <a:pt x="689584" y="204520"/>
                </a:lnTo>
                <a:lnTo>
                  <a:pt x="689635" y="203250"/>
                </a:lnTo>
                <a:lnTo>
                  <a:pt x="689749" y="200710"/>
                </a:lnTo>
                <a:lnTo>
                  <a:pt x="689864" y="198170"/>
                </a:lnTo>
                <a:lnTo>
                  <a:pt x="689927" y="177850"/>
                </a:lnTo>
                <a:lnTo>
                  <a:pt x="689927" y="111810"/>
                </a:lnTo>
                <a:lnTo>
                  <a:pt x="689927" y="64820"/>
                </a:lnTo>
                <a:close/>
              </a:path>
              <a:path w="702310" h="680085">
                <a:moveTo>
                  <a:pt x="701713" y="470217"/>
                </a:moveTo>
                <a:lnTo>
                  <a:pt x="649554" y="470217"/>
                </a:lnTo>
                <a:lnTo>
                  <a:pt x="649554" y="522376"/>
                </a:lnTo>
                <a:lnTo>
                  <a:pt x="701713" y="522376"/>
                </a:lnTo>
                <a:lnTo>
                  <a:pt x="701713" y="470217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74609" y="1957355"/>
            <a:ext cx="2022972" cy="336331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159608" y="5740400"/>
            <a:ext cx="6920865" cy="0"/>
          </a:xfrm>
          <a:custGeom>
            <a:avLst/>
            <a:gdLst/>
            <a:ahLst/>
            <a:cxnLst/>
            <a:rect l="l" t="t" r="r" b="b"/>
            <a:pathLst>
              <a:path w="6920865">
                <a:moveTo>
                  <a:pt x="0" y="0"/>
                </a:moveTo>
                <a:lnTo>
                  <a:pt x="692078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20000" y="1785767"/>
            <a:ext cx="0" cy="680085"/>
          </a:xfrm>
          <a:custGeom>
            <a:avLst/>
            <a:gdLst/>
            <a:ahLst/>
            <a:cxnLst/>
            <a:rect l="l" t="t" r="r" b="b"/>
            <a:pathLst>
              <a:path h="680085">
                <a:moveTo>
                  <a:pt x="0" y="0"/>
                </a:moveTo>
                <a:lnTo>
                  <a:pt x="0" y="67951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235614E-CF6B-93B8-B09D-472A5E89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755" y="3025428"/>
            <a:ext cx="8670489" cy="2333972"/>
          </a:xfrm>
        </p:spPr>
        <p:txBody>
          <a:bodyPr/>
          <a:lstStyle/>
          <a:p>
            <a:pPr algn="ctr">
              <a:lnSpc>
                <a:spcPts val="9100"/>
              </a:lnSpc>
            </a:pPr>
            <a:r>
              <a:rPr lang="en-US" sz="8500" dirty="0">
                <a:latin typeface="Franklin Gothic Medium" panose="020B0603020102020204" pitchFamily="34" charset="0"/>
              </a:rPr>
              <a:t>RANSOMWARE RHAPSODY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8AD4-E484-08D8-6438-7190A415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27CB060-72EB-CC7E-05D8-7524A918285D}"/>
              </a:ext>
            </a:extLst>
          </p:cNvPr>
          <p:cNvSpPr txBox="1"/>
          <p:nvPr/>
        </p:nvSpPr>
        <p:spPr>
          <a:xfrm>
            <a:off x="4132739" y="5774159"/>
            <a:ext cx="6974840" cy="11483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50" dirty="0">
                <a:solidFill>
                  <a:schemeClr val="bg1"/>
                </a:solidFill>
                <a:latin typeface="Franklin Gothic"/>
                <a:cs typeface="Verdana"/>
              </a:rPr>
              <a:t>Vulnerability Analysis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50" dirty="0">
                <a:solidFill>
                  <a:schemeClr val="bg1"/>
                </a:solidFill>
                <a:latin typeface="Franklin Gothic"/>
                <a:cs typeface="Verdana"/>
              </a:rPr>
              <a:t>Secure Software Development</a:t>
            </a:r>
            <a:endParaRPr sz="3650" dirty="0">
              <a:solidFill>
                <a:schemeClr val="bg1"/>
              </a:solidFill>
              <a:latin typeface="Franklin Gothic"/>
              <a:cs typeface="Verdana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8F705CF6-C531-52B9-EF75-0A0448210952}"/>
              </a:ext>
            </a:extLst>
          </p:cNvPr>
          <p:cNvGrpSpPr/>
          <p:nvPr/>
        </p:nvGrpSpPr>
        <p:grpSpPr>
          <a:xfrm>
            <a:off x="-88533" y="-94965"/>
            <a:ext cx="15290800" cy="8039100"/>
            <a:chOff x="-44449" y="-44450"/>
            <a:chExt cx="15290800" cy="80391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B960C50-69CD-7449-8829-14C0E042EAEE}"/>
                </a:ext>
              </a:extLst>
            </p:cNvPr>
            <p:cNvSpPr/>
            <p:nvPr/>
          </p:nvSpPr>
          <p:spPr>
            <a:xfrm>
              <a:off x="0" y="0"/>
              <a:ext cx="4911090" cy="7950200"/>
            </a:xfrm>
            <a:custGeom>
              <a:avLst/>
              <a:gdLst/>
              <a:ahLst/>
              <a:cxnLst/>
              <a:rect l="l" t="t" r="r" b="b"/>
              <a:pathLst>
                <a:path w="4911090" h="7950200">
                  <a:moveTo>
                    <a:pt x="4910525" y="0"/>
                  </a:moveTo>
                  <a:lnTo>
                    <a:pt x="2572440" y="3151733"/>
                  </a:lnTo>
                  <a:lnTo>
                    <a:pt x="2544318" y="3193551"/>
                  </a:lnTo>
                  <a:lnTo>
                    <a:pt x="2520303" y="3237552"/>
                  </a:lnTo>
                  <a:lnTo>
                    <a:pt x="2500493" y="3283431"/>
                  </a:lnTo>
                  <a:lnTo>
                    <a:pt x="2484989" y="3330884"/>
                  </a:lnTo>
                  <a:lnTo>
                    <a:pt x="2473890" y="3379607"/>
                  </a:lnTo>
                  <a:lnTo>
                    <a:pt x="2467295" y="3429296"/>
                  </a:lnTo>
                  <a:lnTo>
                    <a:pt x="2465303" y="3479647"/>
                  </a:lnTo>
                  <a:lnTo>
                    <a:pt x="2471717" y="4435030"/>
                  </a:lnTo>
                  <a:lnTo>
                    <a:pt x="2469720" y="4485386"/>
                  </a:lnTo>
                  <a:lnTo>
                    <a:pt x="2463122" y="4535078"/>
                  </a:lnTo>
                  <a:lnTo>
                    <a:pt x="2452020" y="4583803"/>
                  </a:lnTo>
                  <a:lnTo>
                    <a:pt x="2436515" y="4631256"/>
                  </a:lnTo>
                  <a:lnTo>
                    <a:pt x="2416705" y="4677133"/>
                  </a:lnTo>
                  <a:lnTo>
                    <a:pt x="2392689" y="4721131"/>
                  </a:lnTo>
                  <a:lnTo>
                    <a:pt x="2364567" y="4762944"/>
                  </a:lnTo>
                  <a:lnTo>
                    <a:pt x="0" y="7949721"/>
                  </a:lnTo>
                </a:path>
              </a:pathLst>
            </a:custGeom>
            <a:ln w="88900">
              <a:solidFill>
                <a:srgbClr val="C12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C7C7D1A-9E11-719D-DDB9-73F51663C2CF}"/>
                </a:ext>
              </a:extLst>
            </p:cNvPr>
            <p:cNvSpPr/>
            <p:nvPr/>
          </p:nvSpPr>
          <p:spPr>
            <a:xfrm>
              <a:off x="11381495" y="1506294"/>
              <a:ext cx="3858895" cy="6469380"/>
            </a:xfrm>
            <a:custGeom>
              <a:avLst/>
              <a:gdLst/>
              <a:ahLst/>
              <a:cxnLst/>
              <a:rect l="l" t="t" r="r" b="b"/>
              <a:pathLst>
                <a:path w="3858894" h="6469380">
                  <a:moveTo>
                    <a:pt x="3858504" y="0"/>
                  </a:moveTo>
                  <a:lnTo>
                    <a:pt x="1662128" y="2930155"/>
                  </a:lnTo>
                  <a:lnTo>
                    <a:pt x="1633794" y="2971831"/>
                  </a:lnTo>
                  <a:lnTo>
                    <a:pt x="1609557" y="3015710"/>
                  </a:lnTo>
                  <a:lnTo>
                    <a:pt x="1589517" y="3061489"/>
                  </a:lnTo>
                  <a:lnTo>
                    <a:pt x="1573775" y="3108865"/>
                  </a:lnTo>
                  <a:lnTo>
                    <a:pt x="1562431" y="3157533"/>
                  </a:lnTo>
                  <a:lnTo>
                    <a:pt x="1555586" y="3207191"/>
                  </a:lnTo>
                  <a:lnTo>
                    <a:pt x="1553340" y="3257535"/>
                  </a:lnTo>
                  <a:lnTo>
                    <a:pt x="1555004" y="4212931"/>
                  </a:lnTo>
                  <a:lnTo>
                    <a:pt x="1552762" y="4263275"/>
                  </a:lnTo>
                  <a:lnTo>
                    <a:pt x="1545919" y="4312933"/>
                  </a:lnTo>
                  <a:lnTo>
                    <a:pt x="1534575" y="4361602"/>
                  </a:lnTo>
                  <a:lnTo>
                    <a:pt x="1518833" y="4408977"/>
                  </a:lnTo>
                  <a:lnTo>
                    <a:pt x="1498794" y="4454756"/>
                  </a:lnTo>
                  <a:lnTo>
                    <a:pt x="1474558" y="4498636"/>
                  </a:lnTo>
                  <a:lnTo>
                    <a:pt x="1446228" y="4540312"/>
                  </a:lnTo>
                  <a:lnTo>
                    <a:pt x="0" y="646930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2F377A6-CE74-A6C2-BB32-A63E11F907A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6" y="0"/>
              <a:ext cx="3029711" cy="2495067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49A013BC-3332-D2EF-FAD1-D1889C477DA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312" y="1758993"/>
              <a:ext cx="2341802" cy="392800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0280EED-5B78-A1EB-FD70-A82A5BDB3EA7}"/>
                </a:ext>
              </a:extLst>
            </p:cNvPr>
            <p:cNvSpPr/>
            <p:nvPr/>
          </p:nvSpPr>
          <p:spPr>
            <a:xfrm>
              <a:off x="1176769" y="275729"/>
              <a:ext cx="695325" cy="1252855"/>
            </a:xfrm>
            <a:custGeom>
              <a:avLst/>
              <a:gdLst/>
              <a:ahLst/>
              <a:cxnLst/>
              <a:rect l="l" t="t" r="r" b="b"/>
              <a:pathLst>
                <a:path w="695325" h="1252855">
                  <a:moveTo>
                    <a:pt x="140157" y="408889"/>
                  </a:moveTo>
                  <a:lnTo>
                    <a:pt x="75184" y="502386"/>
                  </a:lnTo>
                  <a:lnTo>
                    <a:pt x="66636" y="569798"/>
                  </a:lnTo>
                  <a:lnTo>
                    <a:pt x="140157" y="472503"/>
                  </a:lnTo>
                  <a:lnTo>
                    <a:pt x="140157" y="408889"/>
                  </a:lnTo>
                  <a:close/>
                </a:path>
                <a:path w="695325" h="1252855">
                  <a:moveTo>
                    <a:pt x="189064" y="723861"/>
                  </a:moveTo>
                  <a:lnTo>
                    <a:pt x="184962" y="719785"/>
                  </a:lnTo>
                  <a:lnTo>
                    <a:pt x="176974" y="719785"/>
                  </a:lnTo>
                  <a:lnTo>
                    <a:pt x="174383" y="721182"/>
                  </a:lnTo>
                  <a:lnTo>
                    <a:pt x="172694" y="723315"/>
                  </a:lnTo>
                  <a:lnTo>
                    <a:pt x="171500" y="724852"/>
                  </a:lnTo>
                  <a:lnTo>
                    <a:pt x="170789" y="726795"/>
                  </a:lnTo>
                  <a:lnTo>
                    <a:pt x="170789" y="731786"/>
                  </a:lnTo>
                  <a:lnTo>
                    <a:pt x="172199" y="734250"/>
                  </a:lnTo>
                  <a:lnTo>
                    <a:pt x="174269" y="735926"/>
                  </a:lnTo>
                  <a:lnTo>
                    <a:pt x="174383" y="736130"/>
                  </a:lnTo>
                  <a:lnTo>
                    <a:pt x="174675" y="736193"/>
                  </a:lnTo>
                  <a:lnTo>
                    <a:pt x="176174" y="737285"/>
                  </a:lnTo>
                  <a:lnTo>
                    <a:pt x="177927" y="738060"/>
                  </a:lnTo>
                  <a:lnTo>
                    <a:pt x="181444" y="738060"/>
                  </a:lnTo>
                  <a:lnTo>
                    <a:pt x="182905" y="737692"/>
                  </a:lnTo>
                  <a:lnTo>
                    <a:pt x="185102" y="736434"/>
                  </a:lnTo>
                  <a:lnTo>
                    <a:pt x="185242" y="736307"/>
                  </a:lnTo>
                  <a:lnTo>
                    <a:pt x="185508" y="736142"/>
                  </a:lnTo>
                  <a:lnTo>
                    <a:pt x="186385" y="735406"/>
                  </a:lnTo>
                  <a:lnTo>
                    <a:pt x="187147" y="734504"/>
                  </a:lnTo>
                  <a:lnTo>
                    <a:pt x="188353" y="732955"/>
                  </a:lnTo>
                  <a:lnTo>
                    <a:pt x="189064" y="731012"/>
                  </a:lnTo>
                  <a:lnTo>
                    <a:pt x="189064" y="723861"/>
                  </a:lnTo>
                  <a:close/>
                </a:path>
                <a:path w="695325" h="1252855">
                  <a:moveTo>
                    <a:pt x="189064" y="581494"/>
                  </a:moveTo>
                  <a:lnTo>
                    <a:pt x="188950" y="580669"/>
                  </a:lnTo>
                  <a:lnTo>
                    <a:pt x="188722" y="579894"/>
                  </a:lnTo>
                  <a:lnTo>
                    <a:pt x="188633" y="579526"/>
                  </a:lnTo>
                  <a:lnTo>
                    <a:pt x="181584" y="573392"/>
                  </a:lnTo>
                  <a:lnTo>
                    <a:pt x="180936" y="573278"/>
                  </a:lnTo>
                  <a:lnTo>
                    <a:pt x="179603" y="573227"/>
                  </a:lnTo>
                  <a:lnTo>
                    <a:pt x="178371" y="573341"/>
                  </a:lnTo>
                  <a:lnTo>
                    <a:pt x="177749" y="573481"/>
                  </a:lnTo>
                  <a:lnTo>
                    <a:pt x="177609" y="573544"/>
                  </a:lnTo>
                  <a:lnTo>
                    <a:pt x="177317" y="573595"/>
                  </a:lnTo>
                  <a:lnTo>
                    <a:pt x="171551" y="578739"/>
                  </a:lnTo>
                  <a:lnTo>
                    <a:pt x="171437" y="578929"/>
                  </a:lnTo>
                  <a:lnTo>
                    <a:pt x="171272" y="579386"/>
                  </a:lnTo>
                  <a:lnTo>
                    <a:pt x="171132" y="579818"/>
                  </a:lnTo>
                  <a:lnTo>
                    <a:pt x="171094" y="580034"/>
                  </a:lnTo>
                  <a:lnTo>
                    <a:pt x="171030" y="580186"/>
                  </a:lnTo>
                  <a:lnTo>
                    <a:pt x="170992" y="580529"/>
                  </a:lnTo>
                  <a:lnTo>
                    <a:pt x="170903" y="580809"/>
                  </a:lnTo>
                  <a:lnTo>
                    <a:pt x="170789" y="582041"/>
                  </a:lnTo>
                  <a:lnTo>
                    <a:pt x="170789" y="587400"/>
                  </a:lnTo>
                  <a:lnTo>
                    <a:pt x="174891" y="591477"/>
                  </a:lnTo>
                  <a:lnTo>
                    <a:pt x="180225" y="591477"/>
                  </a:lnTo>
                  <a:lnTo>
                    <a:pt x="181444" y="591362"/>
                  </a:lnTo>
                  <a:lnTo>
                    <a:pt x="182118" y="591223"/>
                  </a:lnTo>
                  <a:lnTo>
                    <a:pt x="182308" y="591134"/>
                  </a:lnTo>
                  <a:lnTo>
                    <a:pt x="183413" y="590791"/>
                  </a:lnTo>
                  <a:lnTo>
                    <a:pt x="184391" y="590308"/>
                  </a:lnTo>
                  <a:lnTo>
                    <a:pt x="185521" y="589559"/>
                  </a:lnTo>
                  <a:lnTo>
                    <a:pt x="186385" y="588797"/>
                  </a:lnTo>
                  <a:lnTo>
                    <a:pt x="187045" y="588086"/>
                  </a:lnTo>
                  <a:lnTo>
                    <a:pt x="188861" y="584174"/>
                  </a:lnTo>
                  <a:lnTo>
                    <a:pt x="188950" y="583895"/>
                  </a:lnTo>
                  <a:lnTo>
                    <a:pt x="189064" y="582663"/>
                  </a:lnTo>
                  <a:lnTo>
                    <a:pt x="189064" y="581494"/>
                  </a:lnTo>
                  <a:close/>
                </a:path>
                <a:path w="695325" h="1252855">
                  <a:moveTo>
                    <a:pt x="240741" y="318198"/>
                  </a:moveTo>
                  <a:lnTo>
                    <a:pt x="236651" y="314121"/>
                  </a:lnTo>
                  <a:lnTo>
                    <a:pt x="231609" y="314121"/>
                  </a:lnTo>
                  <a:lnTo>
                    <a:pt x="226555" y="314121"/>
                  </a:lnTo>
                  <a:lnTo>
                    <a:pt x="222478" y="318198"/>
                  </a:lnTo>
                  <a:lnTo>
                    <a:pt x="222478" y="328295"/>
                  </a:lnTo>
                  <a:lnTo>
                    <a:pt x="226555" y="332371"/>
                  </a:lnTo>
                  <a:lnTo>
                    <a:pt x="236651" y="332371"/>
                  </a:lnTo>
                  <a:lnTo>
                    <a:pt x="240741" y="328295"/>
                  </a:lnTo>
                  <a:lnTo>
                    <a:pt x="240741" y="318198"/>
                  </a:lnTo>
                  <a:close/>
                </a:path>
                <a:path w="695325" h="1252855">
                  <a:moveTo>
                    <a:pt x="332841" y="354469"/>
                  </a:moveTo>
                  <a:lnTo>
                    <a:pt x="324840" y="352044"/>
                  </a:lnTo>
                  <a:lnTo>
                    <a:pt x="317881" y="347700"/>
                  </a:lnTo>
                  <a:lnTo>
                    <a:pt x="312280" y="341744"/>
                  </a:lnTo>
                  <a:lnTo>
                    <a:pt x="308356" y="334505"/>
                  </a:lnTo>
                  <a:lnTo>
                    <a:pt x="261188" y="334505"/>
                  </a:lnTo>
                  <a:lnTo>
                    <a:pt x="256540" y="342722"/>
                  </a:lnTo>
                  <a:lnTo>
                    <a:pt x="249758" y="349173"/>
                  </a:lnTo>
                  <a:lnTo>
                    <a:pt x="241287" y="353377"/>
                  </a:lnTo>
                  <a:lnTo>
                    <a:pt x="231622" y="354888"/>
                  </a:lnTo>
                  <a:lnTo>
                    <a:pt x="221945" y="353377"/>
                  </a:lnTo>
                  <a:lnTo>
                    <a:pt x="213474" y="349173"/>
                  </a:lnTo>
                  <a:lnTo>
                    <a:pt x="206679" y="342722"/>
                  </a:lnTo>
                  <a:lnTo>
                    <a:pt x="202044" y="334505"/>
                  </a:lnTo>
                  <a:lnTo>
                    <a:pt x="191833" y="334505"/>
                  </a:lnTo>
                  <a:lnTo>
                    <a:pt x="162687" y="376453"/>
                  </a:lnTo>
                  <a:lnTo>
                    <a:pt x="162687" y="480060"/>
                  </a:lnTo>
                  <a:lnTo>
                    <a:pt x="60947" y="614718"/>
                  </a:lnTo>
                  <a:lnTo>
                    <a:pt x="45250" y="738200"/>
                  </a:lnTo>
                  <a:lnTo>
                    <a:pt x="45186" y="738733"/>
                  </a:lnTo>
                  <a:lnTo>
                    <a:pt x="45097" y="739419"/>
                  </a:lnTo>
                  <a:lnTo>
                    <a:pt x="44996" y="740270"/>
                  </a:lnTo>
                  <a:lnTo>
                    <a:pt x="44881" y="741184"/>
                  </a:lnTo>
                  <a:lnTo>
                    <a:pt x="153047" y="599059"/>
                  </a:lnTo>
                  <a:lnTo>
                    <a:pt x="149999" y="594220"/>
                  </a:lnTo>
                  <a:lnTo>
                    <a:pt x="148259" y="588479"/>
                  </a:lnTo>
                  <a:lnTo>
                    <a:pt x="148259" y="582345"/>
                  </a:lnTo>
                  <a:lnTo>
                    <a:pt x="150749" y="570039"/>
                  </a:lnTo>
                  <a:lnTo>
                    <a:pt x="157530" y="559981"/>
                  </a:lnTo>
                  <a:lnTo>
                    <a:pt x="167449" y="553288"/>
                  </a:lnTo>
                  <a:lnTo>
                    <a:pt x="167106" y="553288"/>
                  </a:lnTo>
                  <a:lnTo>
                    <a:pt x="178015" y="551078"/>
                  </a:lnTo>
                  <a:lnTo>
                    <a:pt x="184848" y="551078"/>
                  </a:lnTo>
                  <a:lnTo>
                    <a:pt x="195503" y="554812"/>
                  </a:lnTo>
                  <a:lnTo>
                    <a:pt x="195935" y="555028"/>
                  </a:lnTo>
                  <a:lnTo>
                    <a:pt x="196316" y="555282"/>
                  </a:lnTo>
                  <a:lnTo>
                    <a:pt x="197192" y="555802"/>
                  </a:lnTo>
                  <a:lnTo>
                    <a:pt x="198018" y="556374"/>
                  </a:lnTo>
                  <a:lnTo>
                    <a:pt x="208457" y="568642"/>
                  </a:lnTo>
                  <a:lnTo>
                    <a:pt x="208699" y="569087"/>
                  </a:lnTo>
                  <a:lnTo>
                    <a:pt x="209486" y="570992"/>
                  </a:lnTo>
                  <a:lnTo>
                    <a:pt x="210146" y="572858"/>
                  </a:lnTo>
                  <a:lnTo>
                    <a:pt x="210172" y="572998"/>
                  </a:lnTo>
                  <a:lnTo>
                    <a:pt x="210693" y="574763"/>
                  </a:lnTo>
                  <a:lnTo>
                    <a:pt x="210832" y="575360"/>
                  </a:lnTo>
                  <a:lnTo>
                    <a:pt x="210947" y="575995"/>
                  </a:lnTo>
                  <a:lnTo>
                    <a:pt x="211061" y="576414"/>
                  </a:lnTo>
                  <a:lnTo>
                    <a:pt x="211112" y="576884"/>
                  </a:lnTo>
                  <a:lnTo>
                    <a:pt x="211201" y="577329"/>
                  </a:lnTo>
                  <a:lnTo>
                    <a:pt x="211239" y="577469"/>
                  </a:lnTo>
                  <a:lnTo>
                    <a:pt x="211340" y="578269"/>
                  </a:lnTo>
                  <a:lnTo>
                    <a:pt x="211416" y="579043"/>
                  </a:lnTo>
                  <a:lnTo>
                    <a:pt x="211480" y="579805"/>
                  </a:lnTo>
                  <a:lnTo>
                    <a:pt x="211543" y="584581"/>
                  </a:lnTo>
                  <a:lnTo>
                    <a:pt x="211416" y="585660"/>
                  </a:lnTo>
                  <a:lnTo>
                    <a:pt x="211315" y="586651"/>
                  </a:lnTo>
                  <a:lnTo>
                    <a:pt x="211239" y="587171"/>
                  </a:lnTo>
                  <a:lnTo>
                    <a:pt x="211137" y="587679"/>
                  </a:lnTo>
                  <a:lnTo>
                    <a:pt x="211061" y="588200"/>
                  </a:lnTo>
                  <a:lnTo>
                    <a:pt x="208889" y="595122"/>
                  </a:lnTo>
                  <a:lnTo>
                    <a:pt x="208699" y="595604"/>
                  </a:lnTo>
                  <a:lnTo>
                    <a:pt x="208013" y="596976"/>
                  </a:lnTo>
                  <a:lnTo>
                    <a:pt x="207746" y="597433"/>
                  </a:lnTo>
                  <a:lnTo>
                    <a:pt x="207340" y="598208"/>
                  </a:lnTo>
                  <a:lnTo>
                    <a:pt x="202984" y="603986"/>
                  </a:lnTo>
                  <a:lnTo>
                    <a:pt x="202450" y="604596"/>
                  </a:lnTo>
                  <a:lnTo>
                    <a:pt x="201879" y="605167"/>
                  </a:lnTo>
                  <a:lnTo>
                    <a:pt x="200393" y="606501"/>
                  </a:lnTo>
                  <a:lnTo>
                    <a:pt x="198450" y="608012"/>
                  </a:lnTo>
                  <a:lnTo>
                    <a:pt x="198018" y="608291"/>
                  </a:lnTo>
                  <a:lnTo>
                    <a:pt x="197624" y="608584"/>
                  </a:lnTo>
                  <a:lnTo>
                    <a:pt x="183718" y="614006"/>
                  </a:lnTo>
                  <a:lnTo>
                    <a:pt x="175361" y="614006"/>
                  </a:lnTo>
                  <a:lnTo>
                    <a:pt x="171119" y="612762"/>
                  </a:lnTo>
                  <a:lnTo>
                    <a:pt x="170954" y="612762"/>
                  </a:lnTo>
                  <a:lnTo>
                    <a:pt x="39217" y="785850"/>
                  </a:lnTo>
                  <a:lnTo>
                    <a:pt x="23075" y="913130"/>
                  </a:lnTo>
                  <a:lnTo>
                    <a:pt x="152920" y="745388"/>
                  </a:lnTo>
                  <a:lnTo>
                    <a:pt x="149936" y="740600"/>
                  </a:lnTo>
                  <a:lnTo>
                    <a:pt x="148259" y="734949"/>
                  </a:lnTo>
                  <a:lnTo>
                    <a:pt x="148259" y="728903"/>
                  </a:lnTo>
                  <a:lnTo>
                    <a:pt x="150736" y="716610"/>
                  </a:lnTo>
                  <a:lnTo>
                    <a:pt x="157530" y="706526"/>
                  </a:lnTo>
                  <a:lnTo>
                    <a:pt x="167589" y="699731"/>
                  </a:lnTo>
                  <a:lnTo>
                    <a:pt x="178892" y="697445"/>
                  </a:lnTo>
                  <a:lnTo>
                    <a:pt x="183464" y="697445"/>
                  </a:lnTo>
                  <a:lnTo>
                    <a:pt x="188963" y="698360"/>
                  </a:lnTo>
                  <a:lnTo>
                    <a:pt x="188163" y="698360"/>
                  </a:lnTo>
                  <a:lnTo>
                    <a:pt x="189547" y="698728"/>
                  </a:lnTo>
                  <a:lnTo>
                    <a:pt x="195808" y="701548"/>
                  </a:lnTo>
                  <a:lnTo>
                    <a:pt x="196430" y="701890"/>
                  </a:lnTo>
                  <a:lnTo>
                    <a:pt x="197027" y="702259"/>
                  </a:lnTo>
                  <a:lnTo>
                    <a:pt x="198018" y="702957"/>
                  </a:lnTo>
                  <a:lnTo>
                    <a:pt x="198450" y="703237"/>
                  </a:lnTo>
                  <a:lnTo>
                    <a:pt x="209080" y="716610"/>
                  </a:lnTo>
                  <a:lnTo>
                    <a:pt x="209486" y="717550"/>
                  </a:lnTo>
                  <a:lnTo>
                    <a:pt x="209651" y="718032"/>
                  </a:lnTo>
                  <a:lnTo>
                    <a:pt x="209854" y="718527"/>
                  </a:lnTo>
                  <a:lnTo>
                    <a:pt x="210337" y="720026"/>
                  </a:lnTo>
                  <a:lnTo>
                    <a:pt x="210629" y="721144"/>
                  </a:lnTo>
                  <a:lnTo>
                    <a:pt x="210515" y="737057"/>
                  </a:lnTo>
                  <a:lnTo>
                    <a:pt x="210197" y="738200"/>
                  </a:lnTo>
                  <a:lnTo>
                    <a:pt x="210019" y="738733"/>
                  </a:lnTo>
                  <a:lnTo>
                    <a:pt x="209918" y="739076"/>
                  </a:lnTo>
                  <a:lnTo>
                    <a:pt x="209804" y="739419"/>
                  </a:lnTo>
                  <a:lnTo>
                    <a:pt x="209651" y="739762"/>
                  </a:lnTo>
                  <a:lnTo>
                    <a:pt x="209486" y="740270"/>
                  </a:lnTo>
                  <a:lnTo>
                    <a:pt x="205892" y="746975"/>
                  </a:lnTo>
                  <a:lnTo>
                    <a:pt x="205473" y="747610"/>
                  </a:lnTo>
                  <a:lnTo>
                    <a:pt x="204012" y="749465"/>
                  </a:lnTo>
                  <a:lnTo>
                    <a:pt x="203441" y="750125"/>
                  </a:lnTo>
                  <a:lnTo>
                    <a:pt x="202806" y="750747"/>
                  </a:lnTo>
                  <a:lnTo>
                    <a:pt x="202298" y="751319"/>
                  </a:lnTo>
                  <a:lnTo>
                    <a:pt x="182892" y="760577"/>
                  </a:lnTo>
                  <a:lnTo>
                    <a:pt x="176720" y="760577"/>
                  </a:lnTo>
                  <a:lnTo>
                    <a:pt x="171640" y="759790"/>
                  </a:lnTo>
                  <a:lnTo>
                    <a:pt x="172593" y="759790"/>
                  </a:lnTo>
                  <a:lnTo>
                    <a:pt x="170700" y="759218"/>
                  </a:lnTo>
                  <a:lnTo>
                    <a:pt x="17475" y="957160"/>
                  </a:lnTo>
                  <a:lnTo>
                    <a:pt x="0" y="1094790"/>
                  </a:lnTo>
                  <a:lnTo>
                    <a:pt x="189268" y="853694"/>
                  </a:lnTo>
                  <a:lnTo>
                    <a:pt x="266814" y="760577"/>
                  </a:lnTo>
                  <a:lnTo>
                    <a:pt x="272389" y="753884"/>
                  </a:lnTo>
                  <a:lnTo>
                    <a:pt x="272389" y="697445"/>
                  </a:lnTo>
                  <a:lnTo>
                    <a:pt x="272389" y="614006"/>
                  </a:lnTo>
                  <a:lnTo>
                    <a:pt x="272389" y="551078"/>
                  </a:lnTo>
                  <a:lnTo>
                    <a:pt x="272389" y="432917"/>
                  </a:lnTo>
                  <a:lnTo>
                    <a:pt x="279869" y="430237"/>
                  </a:lnTo>
                  <a:lnTo>
                    <a:pt x="301510" y="418401"/>
                  </a:lnTo>
                  <a:lnTo>
                    <a:pt x="318236" y="400926"/>
                  </a:lnTo>
                  <a:lnTo>
                    <a:pt x="329018" y="379272"/>
                  </a:lnTo>
                  <a:lnTo>
                    <a:pt x="332828" y="354888"/>
                  </a:lnTo>
                  <a:lnTo>
                    <a:pt x="332841" y="354469"/>
                  </a:lnTo>
                  <a:close/>
                </a:path>
                <a:path w="695325" h="1252855">
                  <a:moveTo>
                    <a:pt x="347091" y="322199"/>
                  </a:moveTo>
                  <a:lnTo>
                    <a:pt x="346913" y="321195"/>
                  </a:lnTo>
                  <a:lnTo>
                    <a:pt x="345351" y="316661"/>
                  </a:lnTo>
                  <a:lnTo>
                    <a:pt x="341947" y="314121"/>
                  </a:lnTo>
                  <a:lnTo>
                    <a:pt x="332905" y="314121"/>
                  </a:lnTo>
                  <a:lnTo>
                    <a:pt x="328828" y="318198"/>
                  </a:lnTo>
                  <a:lnTo>
                    <a:pt x="328828" y="324408"/>
                  </a:lnTo>
                  <a:lnTo>
                    <a:pt x="329069" y="325551"/>
                  </a:lnTo>
                  <a:lnTo>
                    <a:pt x="330796" y="329971"/>
                  </a:lnTo>
                  <a:lnTo>
                    <a:pt x="334111" y="332371"/>
                  </a:lnTo>
                  <a:lnTo>
                    <a:pt x="337959" y="332371"/>
                  </a:lnTo>
                  <a:lnTo>
                    <a:pt x="343014" y="332371"/>
                  </a:lnTo>
                  <a:lnTo>
                    <a:pt x="347091" y="328295"/>
                  </a:lnTo>
                  <a:lnTo>
                    <a:pt x="347091" y="322199"/>
                  </a:lnTo>
                  <a:close/>
                </a:path>
                <a:path w="695325" h="1252855">
                  <a:moveTo>
                    <a:pt x="388099" y="311975"/>
                  </a:moveTo>
                  <a:lnTo>
                    <a:pt x="383209" y="298945"/>
                  </a:lnTo>
                  <a:lnTo>
                    <a:pt x="382790" y="297891"/>
                  </a:lnTo>
                  <a:lnTo>
                    <a:pt x="382333" y="296824"/>
                  </a:lnTo>
                  <a:lnTo>
                    <a:pt x="381850" y="295770"/>
                  </a:lnTo>
                  <a:lnTo>
                    <a:pt x="381723" y="295554"/>
                  </a:lnTo>
                  <a:lnTo>
                    <a:pt x="381685" y="295402"/>
                  </a:lnTo>
                  <a:lnTo>
                    <a:pt x="381508" y="295008"/>
                  </a:lnTo>
                  <a:lnTo>
                    <a:pt x="381101" y="294233"/>
                  </a:lnTo>
                  <a:lnTo>
                    <a:pt x="380593" y="293103"/>
                  </a:lnTo>
                  <a:lnTo>
                    <a:pt x="379984" y="291833"/>
                  </a:lnTo>
                  <a:lnTo>
                    <a:pt x="379857" y="291592"/>
                  </a:lnTo>
                  <a:lnTo>
                    <a:pt x="379387" y="290677"/>
                  </a:lnTo>
                  <a:lnTo>
                    <a:pt x="379272" y="290499"/>
                  </a:lnTo>
                  <a:lnTo>
                    <a:pt x="379145" y="290207"/>
                  </a:lnTo>
                  <a:lnTo>
                    <a:pt x="377456" y="287020"/>
                  </a:lnTo>
                  <a:lnTo>
                    <a:pt x="375627" y="283794"/>
                  </a:lnTo>
                  <a:lnTo>
                    <a:pt x="374662" y="282143"/>
                  </a:lnTo>
                  <a:lnTo>
                    <a:pt x="373151" y="279666"/>
                  </a:lnTo>
                  <a:lnTo>
                    <a:pt x="372668" y="278955"/>
                  </a:lnTo>
                  <a:lnTo>
                    <a:pt x="371132" y="276466"/>
                  </a:lnTo>
                  <a:lnTo>
                    <a:pt x="370014" y="274942"/>
                  </a:lnTo>
                  <a:lnTo>
                    <a:pt x="369506" y="274129"/>
                  </a:lnTo>
                  <a:lnTo>
                    <a:pt x="368414" y="272567"/>
                  </a:lnTo>
                  <a:lnTo>
                    <a:pt x="364998" y="267970"/>
                  </a:lnTo>
                  <a:lnTo>
                    <a:pt x="363791" y="266496"/>
                  </a:lnTo>
                  <a:lnTo>
                    <a:pt x="362661" y="265074"/>
                  </a:lnTo>
                  <a:lnTo>
                    <a:pt x="361480" y="263639"/>
                  </a:lnTo>
                  <a:lnTo>
                    <a:pt x="359168" y="260908"/>
                  </a:lnTo>
                  <a:lnTo>
                    <a:pt x="357974" y="259588"/>
                  </a:lnTo>
                  <a:lnTo>
                    <a:pt x="356628" y="258165"/>
                  </a:lnTo>
                  <a:lnTo>
                    <a:pt x="356438" y="257924"/>
                  </a:lnTo>
                  <a:lnTo>
                    <a:pt x="356044" y="257543"/>
                  </a:lnTo>
                  <a:lnTo>
                    <a:pt x="354838" y="256260"/>
                  </a:lnTo>
                  <a:lnTo>
                    <a:pt x="353606" y="255003"/>
                  </a:lnTo>
                  <a:lnTo>
                    <a:pt x="351193" y="252603"/>
                  </a:lnTo>
                  <a:lnTo>
                    <a:pt x="350024" y="251485"/>
                  </a:lnTo>
                  <a:lnTo>
                    <a:pt x="347065" y="248780"/>
                  </a:lnTo>
                  <a:lnTo>
                    <a:pt x="346227" y="248094"/>
                  </a:lnTo>
                  <a:lnTo>
                    <a:pt x="345198" y="247205"/>
                  </a:lnTo>
                  <a:lnTo>
                    <a:pt x="344462" y="246532"/>
                  </a:lnTo>
                  <a:lnTo>
                    <a:pt x="343700" y="245872"/>
                  </a:lnTo>
                  <a:lnTo>
                    <a:pt x="342887" y="245237"/>
                  </a:lnTo>
                  <a:lnTo>
                    <a:pt x="341401" y="244017"/>
                  </a:lnTo>
                  <a:lnTo>
                    <a:pt x="339813" y="242760"/>
                  </a:lnTo>
                  <a:lnTo>
                    <a:pt x="338099" y="241477"/>
                  </a:lnTo>
                  <a:lnTo>
                    <a:pt x="337159" y="240741"/>
                  </a:lnTo>
                  <a:lnTo>
                    <a:pt x="334987" y="239166"/>
                  </a:lnTo>
                  <a:lnTo>
                    <a:pt x="334733" y="238963"/>
                  </a:lnTo>
                  <a:lnTo>
                    <a:pt x="333171" y="237883"/>
                  </a:lnTo>
                  <a:lnTo>
                    <a:pt x="313893" y="226758"/>
                  </a:lnTo>
                  <a:lnTo>
                    <a:pt x="312839" y="226225"/>
                  </a:lnTo>
                  <a:lnTo>
                    <a:pt x="311721" y="225742"/>
                  </a:lnTo>
                  <a:lnTo>
                    <a:pt x="310095" y="224993"/>
                  </a:lnTo>
                  <a:lnTo>
                    <a:pt x="308444" y="224282"/>
                  </a:lnTo>
                  <a:lnTo>
                    <a:pt x="305142" y="222923"/>
                  </a:lnTo>
                  <a:lnTo>
                    <a:pt x="301828" y="221665"/>
                  </a:lnTo>
                  <a:lnTo>
                    <a:pt x="298005" y="220319"/>
                  </a:lnTo>
                  <a:lnTo>
                    <a:pt x="296608" y="219875"/>
                  </a:lnTo>
                  <a:lnTo>
                    <a:pt x="294906" y="219290"/>
                  </a:lnTo>
                  <a:lnTo>
                    <a:pt x="289928" y="217868"/>
                  </a:lnTo>
                  <a:lnTo>
                    <a:pt x="289217" y="217703"/>
                  </a:lnTo>
                  <a:lnTo>
                    <a:pt x="288201" y="217411"/>
                  </a:lnTo>
                  <a:lnTo>
                    <a:pt x="285521" y="216750"/>
                  </a:lnTo>
                  <a:lnTo>
                    <a:pt x="282117" y="215976"/>
                  </a:lnTo>
                  <a:lnTo>
                    <a:pt x="280924" y="215760"/>
                  </a:lnTo>
                  <a:lnTo>
                    <a:pt x="279184" y="215404"/>
                  </a:lnTo>
                  <a:lnTo>
                    <a:pt x="278015" y="215188"/>
                  </a:lnTo>
                  <a:lnTo>
                    <a:pt x="276847" y="215023"/>
                  </a:lnTo>
                  <a:lnTo>
                    <a:pt x="273558" y="214414"/>
                  </a:lnTo>
                  <a:lnTo>
                    <a:pt x="273177" y="214414"/>
                  </a:lnTo>
                  <a:lnTo>
                    <a:pt x="271767" y="214210"/>
                  </a:lnTo>
                  <a:lnTo>
                    <a:pt x="266153" y="213563"/>
                  </a:lnTo>
                  <a:lnTo>
                    <a:pt x="262356" y="213271"/>
                  </a:lnTo>
                  <a:lnTo>
                    <a:pt x="241274" y="213271"/>
                  </a:lnTo>
                  <a:lnTo>
                    <a:pt x="237578" y="213563"/>
                  </a:lnTo>
                  <a:lnTo>
                    <a:pt x="228587" y="215023"/>
                  </a:lnTo>
                  <a:lnTo>
                    <a:pt x="229260" y="215023"/>
                  </a:lnTo>
                  <a:lnTo>
                    <a:pt x="200418" y="222923"/>
                  </a:lnTo>
                  <a:lnTo>
                    <a:pt x="200596" y="222923"/>
                  </a:lnTo>
                  <a:lnTo>
                    <a:pt x="174269" y="236715"/>
                  </a:lnTo>
                  <a:lnTo>
                    <a:pt x="151409" y="255676"/>
                  </a:lnTo>
                  <a:lnTo>
                    <a:pt x="132943" y="278955"/>
                  </a:lnTo>
                  <a:lnTo>
                    <a:pt x="126161" y="290499"/>
                  </a:lnTo>
                  <a:lnTo>
                    <a:pt x="96875" y="340931"/>
                  </a:lnTo>
                  <a:lnTo>
                    <a:pt x="96647" y="341287"/>
                  </a:lnTo>
                  <a:lnTo>
                    <a:pt x="95961" y="342544"/>
                  </a:lnTo>
                  <a:lnTo>
                    <a:pt x="95897" y="342696"/>
                  </a:lnTo>
                  <a:lnTo>
                    <a:pt x="95758" y="342912"/>
                  </a:lnTo>
                  <a:lnTo>
                    <a:pt x="95643" y="343141"/>
                  </a:lnTo>
                  <a:lnTo>
                    <a:pt x="95478" y="343408"/>
                  </a:lnTo>
                  <a:lnTo>
                    <a:pt x="95389" y="343573"/>
                  </a:lnTo>
                  <a:lnTo>
                    <a:pt x="81330" y="454088"/>
                  </a:lnTo>
                  <a:lnTo>
                    <a:pt x="180060" y="311975"/>
                  </a:lnTo>
                  <a:lnTo>
                    <a:pt x="202044" y="311975"/>
                  </a:lnTo>
                  <a:lnTo>
                    <a:pt x="206679" y="303758"/>
                  </a:lnTo>
                  <a:lnTo>
                    <a:pt x="213474" y="297319"/>
                  </a:lnTo>
                  <a:lnTo>
                    <a:pt x="221945" y="293103"/>
                  </a:lnTo>
                  <a:lnTo>
                    <a:pt x="231622" y="291592"/>
                  </a:lnTo>
                  <a:lnTo>
                    <a:pt x="241287" y="293103"/>
                  </a:lnTo>
                  <a:lnTo>
                    <a:pt x="249758" y="297319"/>
                  </a:lnTo>
                  <a:lnTo>
                    <a:pt x="256540" y="303758"/>
                  </a:lnTo>
                  <a:lnTo>
                    <a:pt x="261188" y="311975"/>
                  </a:lnTo>
                  <a:lnTo>
                    <a:pt x="308356" y="311975"/>
                  </a:lnTo>
                  <a:lnTo>
                    <a:pt x="313004" y="303758"/>
                  </a:lnTo>
                  <a:lnTo>
                    <a:pt x="319798" y="297319"/>
                  </a:lnTo>
                  <a:lnTo>
                    <a:pt x="328282" y="293103"/>
                  </a:lnTo>
                  <a:lnTo>
                    <a:pt x="337959" y="291592"/>
                  </a:lnTo>
                  <a:lnTo>
                    <a:pt x="347624" y="293103"/>
                  </a:lnTo>
                  <a:lnTo>
                    <a:pt x="356108" y="297319"/>
                  </a:lnTo>
                  <a:lnTo>
                    <a:pt x="362902" y="303758"/>
                  </a:lnTo>
                  <a:lnTo>
                    <a:pt x="367550" y="311975"/>
                  </a:lnTo>
                  <a:lnTo>
                    <a:pt x="388099" y="311975"/>
                  </a:lnTo>
                  <a:close/>
                </a:path>
                <a:path w="695325" h="1252855">
                  <a:moveTo>
                    <a:pt x="394703" y="347967"/>
                  </a:moveTo>
                  <a:lnTo>
                    <a:pt x="394220" y="341147"/>
                  </a:lnTo>
                  <a:lnTo>
                    <a:pt x="393255" y="334505"/>
                  </a:lnTo>
                  <a:lnTo>
                    <a:pt x="367550" y="334505"/>
                  </a:lnTo>
                  <a:lnTo>
                    <a:pt x="365125" y="340779"/>
                  </a:lnTo>
                  <a:lnTo>
                    <a:pt x="360794" y="346125"/>
                  </a:lnTo>
                  <a:lnTo>
                    <a:pt x="355231" y="349732"/>
                  </a:lnTo>
                  <a:lnTo>
                    <a:pt x="355384" y="354876"/>
                  </a:lnTo>
                  <a:lnTo>
                    <a:pt x="351066" y="384263"/>
                  </a:lnTo>
                  <a:lnTo>
                    <a:pt x="338836" y="410679"/>
                  </a:lnTo>
                  <a:lnTo>
                    <a:pt x="319760" y="432587"/>
                  </a:lnTo>
                  <a:lnTo>
                    <a:pt x="294919" y="448437"/>
                  </a:lnTo>
                  <a:lnTo>
                    <a:pt x="294919" y="726833"/>
                  </a:lnTo>
                  <a:lnTo>
                    <a:pt x="344106" y="667766"/>
                  </a:lnTo>
                  <a:lnTo>
                    <a:pt x="344106" y="463461"/>
                  </a:lnTo>
                  <a:lnTo>
                    <a:pt x="365048" y="441642"/>
                  </a:lnTo>
                  <a:lnTo>
                    <a:pt x="381000" y="415759"/>
                  </a:lnTo>
                  <a:lnTo>
                    <a:pt x="391147" y="386575"/>
                  </a:lnTo>
                  <a:lnTo>
                    <a:pt x="394703" y="354876"/>
                  </a:lnTo>
                  <a:lnTo>
                    <a:pt x="394703" y="347967"/>
                  </a:lnTo>
                  <a:close/>
                </a:path>
                <a:path w="695325" h="1252855">
                  <a:moveTo>
                    <a:pt x="614121" y="445731"/>
                  </a:moveTo>
                  <a:lnTo>
                    <a:pt x="611225" y="385749"/>
                  </a:lnTo>
                  <a:lnTo>
                    <a:pt x="603275" y="342138"/>
                  </a:lnTo>
                  <a:lnTo>
                    <a:pt x="593394" y="312153"/>
                  </a:lnTo>
                  <a:lnTo>
                    <a:pt x="582142" y="288048"/>
                  </a:lnTo>
                  <a:lnTo>
                    <a:pt x="514870" y="288048"/>
                  </a:lnTo>
                  <a:lnTo>
                    <a:pt x="471411" y="244589"/>
                  </a:lnTo>
                  <a:lnTo>
                    <a:pt x="374650" y="244589"/>
                  </a:lnTo>
                  <a:lnTo>
                    <a:pt x="392455" y="268185"/>
                  </a:lnTo>
                  <a:lnTo>
                    <a:pt x="405853" y="294792"/>
                  </a:lnTo>
                  <a:lnTo>
                    <a:pt x="414299" y="323875"/>
                  </a:lnTo>
                  <a:lnTo>
                    <a:pt x="417233" y="354863"/>
                  </a:lnTo>
                  <a:lnTo>
                    <a:pt x="413867" y="388048"/>
                  </a:lnTo>
                  <a:lnTo>
                    <a:pt x="404050" y="419455"/>
                  </a:lnTo>
                  <a:lnTo>
                    <a:pt x="388175" y="448233"/>
                  </a:lnTo>
                  <a:lnTo>
                    <a:pt x="366649" y="473494"/>
                  </a:lnTo>
                  <a:lnTo>
                    <a:pt x="366649" y="675906"/>
                  </a:lnTo>
                  <a:lnTo>
                    <a:pt x="198081" y="878293"/>
                  </a:lnTo>
                  <a:lnTo>
                    <a:pt x="518668" y="878293"/>
                  </a:lnTo>
                  <a:lnTo>
                    <a:pt x="521220" y="820750"/>
                  </a:lnTo>
                  <a:lnTo>
                    <a:pt x="528307" y="770648"/>
                  </a:lnTo>
                  <a:lnTo>
                    <a:pt x="538822" y="726414"/>
                  </a:lnTo>
                  <a:lnTo>
                    <a:pt x="551649" y="686422"/>
                  </a:lnTo>
                  <a:lnTo>
                    <a:pt x="565645" y="649071"/>
                  </a:lnTo>
                  <a:lnTo>
                    <a:pt x="579716" y="612762"/>
                  </a:lnTo>
                  <a:lnTo>
                    <a:pt x="592709" y="575868"/>
                  </a:lnTo>
                  <a:lnTo>
                    <a:pt x="603529" y="536816"/>
                  </a:lnTo>
                  <a:lnTo>
                    <a:pt x="611035" y="493966"/>
                  </a:lnTo>
                  <a:lnTo>
                    <a:pt x="614121" y="445731"/>
                  </a:lnTo>
                  <a:close/>
                </a:path>
                <a:path w="695325" h="1252855">
                  <a:moveTo>
                    <a:pt x="626224" y="1094790"/>
                  </a:moveTo>
                  <a:lnTo>
                    <a:pt x="624090" y="1079195"/>
                  </a:lnTo>
                  <a:lnTo>
                    <a:pt x="618083" y="1065276"/>
                  </a:lnTo>
                  <a:lnTo>
                    <a:pt x="608787" y="1053642"/>
                  </a:lnTo>
                  <a:lnTo>
                    <a:pt x="596823" y="1044917"/>
                  </a:lnTo>
                  <a:lnTo>
                    <a:pt x="564819" y="1019302"/>
                  </a:lnTo>
                  <a:lnTo>
                    <a:pt x="540042" y="984516"/>
                  </a:lnTo>
                  <a:lnTo>
                    <a:pt x="523900" y="944003"/>
                  </a:lnTo>
                  <a:lnTo>
                    <a:pt x="518134" y="901471"/>
                  </a:lnTo>
                  <a:lnTo>
                    <a:pt x="186728" y="901471"/>
                  </a:lnTo>
                  <a:lnTo>
                    <a:pt x="180962" y="944003"/>
                  </a:lnTo>
                  <a:lnTo>
                    <a:pt x="164820" y="984516"/>
                  </a:lnTo>
                  <a:lnTo>
                    <a:pt x="140042" y="1019302"/>
                  </a:lnTo>
                  <a:lnTo>
                    <a:pt x="108038" y="1044917"/>
                  </a:lnTo>
                  <a:lnTo>
                    <a:pt x="96075" y="1053642"/>
                  </a:lnTo>
                  <a:lnTo>
                    <a:pt x="86791" y="1065276"/>
                  </a:lnTo>
                  <a:lnTo>
                    <a:pt x="80784" y="1079195"/>
                  </a:lnTo>
                  <a:lnTo>
                    <a:pt x="78651" y="1094790"/>
                  </a:lnTo>
                  <a:lnTo>
                    <a:pt x="626224" y="1094790"/>
                  </a:lnTo>
                  <a:close/>
                </a:path>
                <a:path w="695325" h="1252855">
                  <a:moveTo>
                    <a:pt x="659041" y="1173759"/>
                  </a:moveTo>
                  <a:lnTo>
                    <a:pt x="654710" y="1151813"/>
                  </a:lnTo>
                  <a:lnTo>
                    <a:pt x="642912" y="1133894"/>
                  </a:lnTo>
                  <a:lnTo>
                    <a:pt x="625411" y="1121803"/>
                  </a:lnTo>
                  <a:lnTo>
                    <a:pt x="603986" y="1117371"/>
                  </a:lnTo>
                  <a:lnTo>
                    <a:pt x="100876" y="1117371"/>
                  </a:lnTo>
                  <a:lnTo>
                    <a:pt x="79438" y="1121803"/>
                  </a:lnTo>
                  <a:lnTo>
                    <a:pt x="61937" y="1133894"/>
                  </a:lnTo>
                  <a:lnTo>
                    <a:pt x="50152" y="1151813"/>
                  </a:lnTo>
                  <a:lnTo>
                    <a:pt x="45821" y="1173759"/>
                  </a:lnTo>
                  <a:lnTo>
                    <a:pt x="659041" y="1173759"/>
                  </a:lnTo>
                  <a:close/>
                </a:path>
                <a:path w="695325" h="1252855">
                  <a:moveTo>
                    <a:pt x="691883" y="1252753"/>
                  </a:moveTo>
                  <a:lnTo>
                    <a:pt x="687552" y="1230795"/>
                  </a:lnTo>
                  <a:lnTo>
                    <a:pt x="675741" y="1212875"/>
                  </a:lnTo>
                  <a:lnTo>
                    <a:pt x="658241" y="1200785"/>
                  </a:lnTo>
                  <a:lnTo>
                    <a:pt x="636816" y="1196352"/>
                  </a:lnTo>
                  <a:lnTo>
                    <a:pt x="68046" y="1196352"/>
                  </a:lnTo>
                  <a:lnTo>
                    <a:pt x="46609" y="1200785"/>
                  </a:lnTo>
                  <a:lnTo>
                    <a:pt x="29108" y="1212875"/>
                  </a:lnTo>
                  <a:lnTo>
                    <a:pt x="17310" y="1230795"/>
                  </a:lnTo>
                  <a:lnTo>
                    <a:pt x="12992" y="1252753"/>
                  </a:lnTo>
                  <a:lnTo>
                    <a:pt x="691883" y="1252753"/>
                  </a:lnTo>
                  <a:close/>
                </a:path>
                <a:path w="695325" h="1252855">
                  <a:moveTo>
                    <a:pt x="694880" y="41186"/>
                  </a:moveTo>
                  <a:lnTo>
                    <a:pt x="503123" y="40817"/>
                  </a:lnTo>
                  <a:lnTo>
                    <a:pt x="503123" y="41833"/>
                  </a:lnTo>
                  <a:lnTo>
                    <a:pt x="499618" y="43815"/>
                  </a:lnTo>
                  <a:lnTo>
                    <a:pt x="491337" y="49085"/>
                  </a:lnTo>
                  <a:lnTo>
                    <a:pt x="483692" y="55194"/>
                  </a:lnTo>
                  <a:lnTo>
                    <a:pt x="476719" y="62064"/>
                  </a:lnTo>
                  <a:lnTo>
                    <a:pt x="470496" y="69672"/>
                  </a:lnTo>
                  <a:lnTo>
                    <a:pt x="463804" y="66725"/>
                  </a:lnTo>
                  <a:lnTo>
                    <a:pt x="418414" y="48907"/>
                  </a:lnTo>
                  <a:lnTo>
                    <a:pt x="393077" y="40614"/>
                  </a:lnTo>
                  <a:lnTo>
                    <a:pt x="444703" y="41186"/>
                  </a:lnTo>
                  <a:lnTo>
                    <a:pt x="445465" y="41186"/>
                  </a:lnTo>
                  <a:lnTo>
                    <a:pt x="503123" y="41833"/>
                  </a:lnTo>
                  <a:lnTo>
                    <a:pt x="503123" y="40817"/>
                  </a:lnTo>
                  <a:lnTo>
                    <a:pt x="403161" y="40614"/>
                  </a:lnTo>
                  <a:lnTo>
                    <a:pt x="532574" y="40614"/>
                  </a:lnTo>
                  <a:lnTo>
                    <a:pt x="505523" y="12065"/>
                  </a:lnTo>
                  <a:lnTo>
                    <a:pt x="499567" y="6921"/>
                  </a:lnTo>
                  <a:lnTo>
                    <a:pt x="492848" y="3136"/>
                  </a:lnTo>
                  <a:lnTo>
                    <a:pt x="485559" y="800"/>
                  </a:lnTo>
                  <a:lnTo>
                    <a:pt x="477913" y="0"/>
                  </a:lnTo>
                  <a:lnTo>
                    <a:pt x="140589" y="0"/>
                  </a:lnTo>
                  <a:lnTo>
                    <a:pt x="254482" y="77190"/>
                  </a:lnTo>
                  <a:lnTo>
                    <a:pt x="171500" y="162204"/>
                  </a:lnTo>
                  <a:lnTo>
                    <a:pt x="232752" y="159778"/>
                  </a:lnTo>
                  <a:lnTo>
                    <a:pt x="187782" y="203784"/>
                  </a:lnTo>
                  <a:lnTo>
                    <a:pt x="203238" y="198031"/>
                  </a:lnTo>
                  <a:lnTo>
                    <a:pt x="219303" y="193852"/>
                  </a:lnTo>
                  <a:lnTo>
                    <a:pt x="235851" y="191300"/>
                  </a:lnTo>
                  <a:lnTo>
                    <a:pt x="252793" y="190436"/>
                  </a:lnTo>
                  <a:lnTo>
                    <a:pt x="279247" y="192570"/>
                  </a:lnTo>
                  <a:lnTo>
                    <a:pt x="304380" y="198716"/>
                  </a:lnTo>
                  <a:lnTo>
                    <a:pt x="327825" y="208572"/>
                  </a:lnTo>
                  <a:lnTo>
                    <a:pt x="349275" y="221780"/>
                  </a:lnTo>
                  <a:lnTo>
                    <a:pt x="481571" y="221780"/>
                  </a:lnTo>
                  <a:lnTo>
                    <a:pt x="524687" y="264896"/>
                  </a:lnTo>
                  <a:lnTo>
                    <a:pt x="571004" y="264896"/>
                  </a:lnTo>
                  <a:lnTo>
                    <a:pt x="554672" y="249720"/>
                  </a:lnTo>
                  <a:lnTo>
                    <a:pt x="535343" y="232994"/>
                  </a:lnTo>
                  <a:lnTo>
                    <a:pt x="517105" y="214503"/>
                  </a:lnTo>
                  <a:lnTo>
                    <a:pt x="504037" y="194030"/>
                  </a:lnTo>
                  <a:lnTo>
                    <a:pt x="503199" y="190436"/>
                  </a:lnTo>
                  <a:lnTo>
                    <a:pt x="501421" y="182854"/>
                  </a:lnTo>
                  <a:lnTo>
                    <a:pt x="521246" y="149821"/>
                  </a:lnTo>
                  <a:lnTo>
                    <a:pt x="563930" y="136817"/>
                  </a:lnTo>
                  <a:lnTo>
                    <a:pt x="584581" y="139788"/>
                  </a:lnTo>
                  <a:lnTo>
                    <a:pt x="618972" y="163741"/>
                  </a:lnTo>
                  <a:lnTo>
                    <a:pt x="628954" y="189128"/>
                  </a:lnTo>
                  <a:lnTo>
                    <a:pt x="635076" y="177546"/>
                  </a:lnTo>
                  <a:lnTo>
                    <a:pt x="647674" y="148983"/>
                  </a:lnTo>
                  <a:lnTo>
                    <a:pt x="651192" y="136817"/>
                  </a:lnTo>
                  <a:lnTo>
                    <a:pt x="658126" y="112763"/>
                  </a:lnTo>
                  <a:lnTo>
                    <a:pt x="657809" y="78193"/>
                  </a:lnTo>
                  <a:lnTo>
                    <a:pt x="650544" y="69672"/>
                  </a:lnTo>
                  <a:lnTo>
                    <a:pt x="638200" y="55194"/>
                  </a:lnTo>
                  <a:lnTo>
                    <a:pt x="638340" y="55194"/>
                  </a:lnTo>
                  <a:lnTo>
                    <a:pt x="606069" y="44208"/>
                  </a:lnTo>
                  <a:lnTo>
                    <a:pt x="578307" y="41186"/>
                  </a:lnTo>
                  <a:lnTo>
                    <a:pt x="694880" y="41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A1E51CC1-808A-50C2-643A-5E1602E8F4E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26" y="0"/>
              <a:ext cx="3029711" cy="2495067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8B6A2AB-E569-10CC-5DC1-EE4BDE13BAB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312" y="1758993"/>
              <a:ext cx="2341802" cy="392800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6862AB0-AF6B-F451-270B-FEA611A99C07}"/>
                </a:ext>
              </a:extLst>
            </p:cNvPr>
            <p:cNvSpPr/>
            <p:nvPr/>
          </p:nvSpPr>
          <p:spPr>
            <a:xfrm>
              <a:off x="1176769" y="275729"/>
              <a:ext cx="695325" cy="1252855"/>
            </a:xfrm>
            <a:custGeom>
              <a:avLst/>
              <a:gdLst/>
              <a:ahLst/>
              <a:cxnLst/>
              <a:rect l="l" t="t" r="r" b="b"/>
              <a:pathLst>
                <a:path w="695325" h="1252855">
                  <a:moveTo>
                    <a:pt x="140157" y="408889"/>
                  </a:moveTo>
                  <a:lnTo>
                    <a:pt x="75184" y="502386"/>
                  </a:lnTo>
                  <a:lnTo>
                    <a:pt x="66636" y="569798"/>
                  </a:lnTo>
                  <a:lnTo>
                    <a:pt x="140157" y="472503"/>
                  </a:lnTo>
                  <a:lnTo>
                    <a:pt x="140157" y="408889"/>
                  </a:lnTo>
                  <a:close/>
                </a:path>
                <a:path w="695325" h="1252855">
                  <a:moveTo>
                    <a:pt x="189064" y="723861"/>
                  </a:moveTo>
                  <a:lnTo>
                    <a:pt x="184962" y="719785"/>
                  </a:lnTo>
                  <a:lnTo>
                    <a:pt x="176974" y="719785"/>
                  </a:lnTo>
                  <a:lnTo>
                    <a:pt x="174383" y="721182"/>
                  </a:lnTo>
                  <a:lnTo>
                    <a:pt x="172694" y="723315"/>
                  </a:lnTo>
                  <a:lnTo>
                    <a:pt x="171500" y="724852"/>
                  </a:lnTo>
                  <a:lnTo>
                    <a:pt x="170789" y="726795"/>
                  </a:lnTo>
                  <a:lnTo>
                    <a:pt x="170789" y="731786"/>
                  </a:lnTo>
                  <a:lnTo>
                    <a:pt x="172199" y="734250"/>
                  </a:lnTo>
                  <a:lnTo>
                    <a:pt x="174269" y="735926"/>
                  </a:lnTo>
                  <a:lnTo>
                    <a:pt x="174383" y="736130"/>
                  </a:lnTo>
                  <a:lnTo>
                    <a:pt x="174675" y="736193"/>
                  </a:lnTo>
                  <a:lnTo>
                    <a:pt x="176174" y="737285"/>
                  </a:lnTo>
                  <a:lnTo>
                    <a:pt x="177927" y="738060"/>
                  </a:lnTo>
                  <a:lnTo>
                    <a:pt x="181444" y="738060"/>
                  </a:lnTo>
                  <a:lnTo>
                    <a:pt x="182905" y="737692"/>
                  </a:lnTo>
                  <a:lnTo>
                    <a:pt x="185102" y="736434"/>
                  </a:lnTo>
                  <a:lnTo>
                    <a:pt x="185242" y="736307"/>
                  </a:lnTo>
                  <a:lnTo>
                    <a:pt x="185508" y="736142"/>
                  </a:lnTo>
                  <a:lnTo>
                    <a:pt x="186385" y="735406"/>
                  </a:lnTo>
                  <a:lnTo>
                    <a:pt x="187147" y="734504"/>
                  </a:lnTo>
                  <a:lnTo>
                    <a:pt x="188353" y="732955"/>
                  </a:lnTo>
                  <a:lnTo>
                    <a:pt x="189064" y="731012"/>
                  </a:lnTo>
                  <a:lnTo>
                    <a:pt x="189064" y="723861"/>
                  </a:lnTo>
                  <a:close/>
                </a:path>
                <a:path w="695325" h="1252855">
                  <a:moveTo>
                    <a:pt x="189064" y="581494"/>
                  </a:moveTo>
                  <a:lnTo>
                    <a:pt x="188950" y="580669"/>
                  </a:lnTo>
                  <a:lnTo>
                    <a:pt x="188722" y="579894"/>
                  </a:lnTo>
                  <a:lnTo>
                    <a:pt x="188633" y="579526"/>
                  </a:lnTo>
                  <a:lnTo>
                    <a:pt x="181584" y="573392"/>
                  </a:lnTo>
                  <a:lnTo>
                    <a:pt x="180936" y="573278"/>
                  </a:lnTo>
                  <a:lnTo>
                    <a:pt x="179603" y="573227"/>
                  </a:lnTo>
                  <a:lnTo>
                    <a:pt x="178371" y="573341"/>
                  </a:lnTo>
                  <a:lnTo>
                    <a:pt x="177749" y="573481"/>
                  </a:lnTo>
                  <a:lnTo>
                    <a:pt x="177609" y="573544"/>
                  </a:lnTo>
                  <a:lnTo>
                    <a:pt x="177317" y="573595"/>
                  </a:lnTo>
                  <a:lnTo>
                    <a:pt x="171551" y="578739"/>
                  </a:lnTo>
                  <a:lnTo>
                    <a:pt x="171437" y="578929"/>
                  </a:lnTo>
                  <a:lnTo>
                    <a:pt x="171272" y="579386"/>
                  </a:lnTo>
                  <a:lnTo>
                    <a:pt x="171132" y="579818"/>
                  </a:lnTo>
                  <a:lnTo>
                    <a:pt x="171094" y="580034"/>
                  </a:lnTo>
                  <a:lnTo>
                    <a:pt x="171030" y="580186"/>
                  </a:lnTo>
                  <a:lnTo>
                    <a:pt x="170992" y="580529"/>
                  </a:lnTo>
                  <a:lnTo>
                    <a:pt x="170903" y="580809"/>
                  </a:lnTo>
                  <a:lnTo>
                    <a:pt x="170789" y="582041"/>
                  </a:lnTo>
                  <a:lnTo>
                    <a:pt x="170789" y="587400"/>
                  </a:lnTo>
                  <a:lnTo>
                    <a:pt x="174891" y="591477"/>
                  </a:lnTo>
                  <a:lnTo>
                    <a:pt x="180225" y="591477"/>
                  </a:lnTo>
                  <a:lnTo>
                    <a:pt x="181444" y="591362"/>
                  </a:lnTo>
                  <a:lnTo>
                    <a:pt x="182118" y="591223"/>
                  </a:lnTo>
                  <a:lnTo>
                    <a:pt x="182308" y="591134"/>
                  </a:lnTo>
                  <a:lnTo>
                    <a:pt x="183413" y="590791"/>
                  </a:lnTo>
                  <a:lnTo>
                    <a:pt x="184391" y="590308"/>
                  </a:lnTo>
                  <a:lnTo>
                    <a:pt x="185521" y="589559"/>
                  </a:lnTo>
                  <a:lnTo>
                    <a:pt x="186385" y="588797"/>
                  </a:lnTo>
                  <a:lnTo>
                    <a:pt x="187045" y="588086"/>
                  </a:lnTo>
                  <a:lnTo>
                    <a:pt x="188861" y="584174"/>
                  </a:lnTo>
                  <a:lnTo>
                    <a:pt x="188950" y="583895"/>
                  </a:lnTo>
                  <a:lnTo>
                    <a:pt x="189064" y="582663"/>
                  </a:lnTo>
                  <a:lnTo>
                    <a:pt x="189064" y="581494"/>
                  </a:lnTo>
                  <a:close/>
                </a:path>
                <a:path w="695325" h="1252855">
                  <a:moveTo>
                    <a:pt x="240741" y="318198"/>
                  </a:moveTo>
                  <a:lnTo>
                    <a:pt x="236651" y="314121"/>
                  </a:lnTo>
                  <a:lnTo>
                    <a:pt x="231609" y="314121"/>
                  </a:lnTo>
                  <a:lnTo>
                    <a:pt x="226555" y="314121"/>
                  </a:lnTo>
                  <a:lnTo>
                    <a:pt x="222478" y="318198"/>
                  </a:lnTo>
                  <a:lnTo>
                    <a:pt x="222478" y="328295"/>
                  </a:lnTo>
                  <a:lnTo>
                    <a:pt x="226555" y="332371"/>
                  </a:lnTo>
                  <a:lnTo>
                    <a:pt x="236651" y="332371"/>
                  </a:lnTo>
                  <a:lnTo>
                    <a:pt x="240741" y="328295"/>
                  </a:lnTo>
                  <a:lnTo>
                    <a:pt x="240741" y="318198"/>
                  </a:lnTo>
                  <a:close/>
                </a:path>
                <a:path w="695325" h="1252855">
                  <a:moveTo>
                    <a:pt x="332841" y="354469"/>
                  </a:moveTo>
                  <a:lnTo>
                    <a:pt x="324840" y="352044"/>
                  </a:lnTo>
                  <a:lnTo>
                    <a:pt x="317881" y="347700"/>
                  </a:lnTo>
                  <a:lnTo>
                    <a:pt x="312280" y="341744"/>
                  </a:lnTo>
                  <a:lnTo>
                    <a:pt x="308356" y="334505"/>
                  </a:lnTo>
                  <a:lnTo>
                    <a:pt x="261188" y="334505"/>
                  </a:lnTo>
                  <a:lnTo>
                    <a:pt x="256540" y="342722"/>
                  </a:lnTo>
                  <a:lnTo>
                    <a:pt x="249758" y="349173"/>
                  </a:lnTo>
                  <a:lnTo>
                    <a:pt x="241287" y="353377"/>
                  </a:lnTo>
                  <a:lnTo>
                    <a:pt x="231622" y="354888"/>
                  </a:lnTo>
                  <a:lnTo>
                    <a:pt x="221945" y="353377"/>
                  </a:lnTo>
                  <a:lnTo>
                    <a:pt x="213474" y="349173"/>
                  </a:lnTo>
                  <a:lnTo>
                    <a:pt x="206679" y="342722"/>
                  </a:lnTo>
                  <a:lnTo>
                    <a:pt x="202044" y="334505"/>
                  </a:lnTo>
                  <a:lnTo>
                    <a:pt x="191833" y="334505"/>
                  </a:lnTo>
                  <a:lnTo>
                    <a:pt x="162687" y="376453"/>
                  </a:lnTo>
                  <a:lnTo>
                    <a:pt x="162687" y="480060"/>
                  </a:lnTo>
                  <a:lnTo>
                    <a:pt x="60947" y="614718"/>
                  </a:lnTo>
                  <a:lnTo>
                    <a:pt x="45250" y="738200"/>
                  </a:lnTo>
                  <a:lnTo>
                    <a:pt x="45186" y="738733"/>
                  </a:lnTo>
                  <a:lnTo>
                    <a:pt x="45097" y="739419"/>
                  </a:lnTo>
                  <a:lnTo>
                    <a:pt x="44996" y="740270"/>
                  </a:lnTo>
                  <a:lnTo>
                    <a:pt x="44881" y="741184"/>
                  </a:lnTo>
                  <a:lnTo>
                    <a:pt x="153047" y="599059"/>
                  </a:lnTo>
                  <a:lnTo>
                    <a:pt x="149999" y="594220"/>
                  </a:lnTo>
                  <a:lnTo>
                    <a:pt x="148259" y="588479"/>
                  </a:lnTo>
                  <a:lnTo>
                    <a:pt x="148259" y="582345"/>
                  </a:lnTo>
                  <a:lnTo>
                    <a:pt x="150749" y="570039"/>
                  </a:lnTo>
                  <a:lnTo>
                    <a:pt x="157530" y="559981"/>
                  </a:lnTo>
                  <a:lnTo>
                    <a:pt x="167449" y="553288"/>
                  </a:lnTo>
                  <a:lnTo>
                    <a:pt x="167106" y="553288"/>
                  </a:lnTo>
                  <a:lnTo>
                    <a:pt x="178015" y="551078"/>
                  </a:lnTo>
                  <a:lnTo>
                    <a:pt x="184848" y="551078"/>
                  </a:lnTo>
                  <a:lnTo>
                    <a:pt x="195503" y="554812"/>
                  </a:lnTo>
                  <a:lnTo>
                    <a:pt x="195935" y="555028"/>
                  </a:lnTo>
                  <a:lnTo>
                    <a:pt x="196316" y="555282"/>
                  </a:lnTo>
                  <a:lnTo>
                    <a:pt x="197192" y="555802"/>
                  </a:lnTo>
                  <a:lnTo>
                    <a:pt x="198018" y="556374"/>
                  </a:lnTo>
                  <a:lnTo>
                    <a:pt x="208457" y="568642"/>
                  </a:lnTo>
                  <a:lnTo>
                    <a:pt x="208699" y="569087"/>
                  </a:lnTo>
                  <a:lnTo>
                    <a:pt x="209486" y="570992"/>
                  </a:lnTo>
                  <a:lnTo>
                    <a:pt x="210146" y="572858"/>
                  </a:lnTo>
                  <a:lnTo>
                    <a:pt x="210172" y="572998"/>
                  </a:lnTo>
                  <a:lnTo>
                    <a:pt x="210693" y="574763"/>
                  </a:lnTo>
                  <a:lnTo>
                    <a:pt x="210832" y="575360"/>
                  </a:lnTo>
                  <a:lnTo>
                    <a:pt x="210947" y="575995"/>
                  </a:lnTo>
                  <a:lnTo>
                    <a:pt x="211061" y="576414"/>
                  </a:lnTo>
                  <a:lnTo>
                    <a:pt x="211112" y="576884"/>
                  </a:lnTo>
                  <a:lnTo>
                    <a:pt x="211201" y="577329"/>
                  </a:lnTo>
                  <a:lnTo>
                    <a:pt x="211239" y="577469"/>
                  </a:lnTo>
                  <a:lnTo>
                    <a:pt x="211340" y="578269"/>
                  </a:lnTo>
                  <a:lnTo>
                    <a:pt x="211416" y="579043"/>
                  </a:lnTo>
                  <a:lnTo>
                    <a:pt x="211480" y="579805"/>
                  </a:lnTo>
                  <a:lnTo>
                    <a:pt x="211543" y="584581"/>
                  </a:lnTo>
                  <a:lnTo>
                    <a:pt x="211416" y="585660"/>
                  </a:lnTo>
                  <a:lnTo>
                    <a:pt x="211315" y="586651"/>
                  </a:lnTo>
                  <a:lnTo>
                    <a:pt x="211239" y="587171"/>
                  </a:lnTo>
                  <a:lnTo>
                    <a:pt x="211137" y="587679"/>
                  </a:lnTo>
                  <a:lnTo>
                    <a:pt x="211061" y="588200"/>
                  </a:lnTo>
                  <a:lnTo>
                    <a:pt x="208889" y="595122"/>
                  </a:lnTo>
                  <a:lnTo>
                    <a:pt x="208699" y="595604"/>
                  </a:lnTo>
                  <a:lnTo>
                    <a:pt x="208013" y="596976"/>
                  </a:lnTo>
                  <a:lnTo>
                    <a:pt x="207746" y="597433"/>
                  </a:lnTo>
                  <a:lnTo>
                    <a:pt x="207340" y="598208"/>
                  </a:lnTo>
                  <a:lnTo>
                    <a:pt x="202984" y="603986"/>
                  </a:lnTo>
                  <a:lnTo>
                    <a:pt x="202450" y="604596"/>
                  </a:lnTo>
                  <a:lnTo>
                    <a:pt x="201879" y="605167"/>
                  </a:lnTo>
                  <a:lnTo>
                    <a:pt x="200393" y="606501"/>
                  </a:lnTo>
                  <a:lnTo>
                    <a:pt x="198450" y="608012"/>
                  </a:lnTo>
                  <a:lnTo>
                    <a:pt x="198018" y="608291"/>
                  </a:lnTo>
                  <a:lnTo>
                    <a:pt x="197624" y="608584"/>
                  </a:lnTo>
                  <a:lnTo>
                    <a:pt x="183718" y="614006"/>
                  </a:lnTo>
                  <a:lnTo>
                    <a:pt x="175361" y="614006"/>
                  </a:lnTo>
                  <a:lnTo>
                    <a:pt x="171119" y="612762"/>
                  </a:lnTo>
                  <a:lnTo>
                    <a:pt x="170954" y="612762"/>
                  </a:lnTo>
                  <a:lnTo>
                    <a:pt x="39217" y="785850"/>
                  </a:lnTo>
                  <a:lnTo>
                    <a:pt x="23075" y="913130"/>
                  </a:lnTo>
                  <a:lnTo>
                    <a:pt x="152920" y="745388"/>
                  </a:lnTo>
                  <a:lnTo>
                    <a:pt x="149936" y="740600"/>
                  </a:lnTo>
                  <a:lnTo>
                    <a:pt x="148259" y="734949"/>
                  </a:lnTo>
                  <a:lnTo>
                    <a:pt x="148259" y="728903"/>
                  </a:lnTo>
                  <a:lnTo>
                    <a:pt x="150736" y="716610"/>
                  </a:lnTo>
                  <a:lnTo>
                    <a:pt x="157530" y="706526"/>
                  </a:lnTo>
                  <a:lnTo>
                    <a:pt x="167589" y="699731"/>
                  </a:lnTo>
                  <a:lnTo>
                    <a:pt x="178892" y="697445"/>
                  </a:lnTo>
                  <a:lnTo>
                    <a:pt x="183464" y="697445"/>
                  </a:lnTo>
                  <a:lnTo>
                    <a:pt x="188963" y="698360"/>
                  </a:lnTo>
                  <a:lnTo>
                    <a:pt x="188163" y="698360"/>
                  </a:lnTo>
                  <a:lnTo>
                    <a:pt x="189547" y="698728"/>
                  </a:lnTo>
                  <a:lnTo>
                    <a:pt x="195808" y="701548"/>
                  </a:lnTo>
                  <a:lnTo>
                    <a:pt x="196430" y="701890"/>
                  </a:lnTo>
                  <a:lnTo>
                    <a:pt x="197027" y="702259"/>
                  </a:lnTo>
                  <a:lnTo>
                    <a:pt x="198018" y="702957"/>
                  </a:lnTo>
                  <a:lnTo>
                    <a:pt x="198450" y="703237"/>
                  </a:lnTo>
                  <a:lnTo>
                    <a:pt x="209080" y="716610"/>
                  </a:lnTo>
                  <a:lnTo>
                    <a:pt x="209486" y="717550"/>
                  </a:lnTo>
                  <a:lnTo>
                    <a:pt x="209651" y="718032"/>
                  </a:lnTo>
                  <a:lnTo>
                    <a:pt x="209854" y="718527"/>
                  </a:lnTo>
                  <a:lnTo>
                    <a:pt x="210337" y="720026"/>
                  </a:lnTo>
                  <a:lnTo>
                    <a:pt x="210629" y="721144"/>
                  </a:lnTo>
                  <a:lnTo>
                    <a:pt x="210515" y="737057"/>
                  </a:lnTo>
                  <a:lnTo>
                    <a:pt x="210197" y="738200"/>
                  </a:lnTo>
                  <a:lnTo>
                    <a:pt x="210019" y="738733"/>
                  </a:lnTo>
                  <a:lnTo>
                    <a:pt x="209918" y="739076"/>
                  </a:lnTo>
                  <a:lnTo>
                    <a:pt x="209804" y="739419"/>
                  </a:lnTo>
                  <a:lnTo>
                    <a:pt x="209651" y="739762"/>
                  </a:lnTo>
                  <a:lnTo>
                    <a:pt x="209486" y="740270"/>
                  </a:lnTo>
                  <a:lnTo>
                    <a:pt x="205892" y="746975"/>
                  </a:lnTo>
                  <a:lnTo>
                    <a:pt x="205473" y="747610"/>
                  </a:lnTo>
                  <a:lnTo>
                    <a:pt x="204012" y="749465"/>
                  </a:lnTo>
                  <a:lnTo>
                    <a:pt x="203441" y="750125"/>
                  </a:lnTo>
                  <a:lnTo>
                    <a:pt x="202806" y="750747"/>
                  </a:lnTo>
                  <a:lnTo>
                    <a:pt x="202298" y="751319"/>
                  </a:lnTo>
                  <a:lnTo>
                    <a:pt x="182892" y="760577"/>
                  </a:lnTo>
                  <a:lnTo>
                    <a:pt x="176720" y="760577"/>
                  </a:lnTo>
                  <a:lnTo>
                    <a:pt x="171640" y="759790"/>
                  </a:lnTo>
                  <a:lnTo>
                    <a:pt x="172593" y="759790"/>
                  </a:lnTo>
                  <a:lnTo>
                    <a:pt x="170700" y="759218"/>
                  </a:lnTo>
                  <a:lnTo>
                    <a:pt x="17475" y="957160"/>
                  </a:lnTo>
                  <a:lnTo>
                    <a:pt x="0" y="1094790"/>
                  </a:lnTo>
                  <a:lnTo>
                    <a:pt x="189268" y="853694"/>
                  </a:lnTo>
                  <a:lnTo>
                    <a:pt x="266814" y="760577"/>
                  </a:lnTo>
                  <a:lnTo>
                    <a:pt x="272389" y="753884"/>
                  </a:lnTo>
                  <a:lnTo>
                    <a:pt x="272389" y="697445"/>
                  </a:lnTo>
                  <a:lnTo>
                    <a:pt x="272389" y="614006"/>
                  </a:lnTo>
                  <a:lnTo>
                    <a:pt x="272389" y="551078"/>
                  </a:lnTo>
                  <a:lnTo>
                    <a:pt x="272389" y="432917"/>
                  </a:lnTo>
                  <a:lnTo>
                    <a:pt x="279869" y="430237"/>
                  </a:lnTo>
                  <a:lnTo>
                    <a:pt x="301510" y="418401"/>
                  </a:lnTo>
                  <a:lnTo>
                    <a:pt x="318236" y="400926"/>
                  </a:lnTo>
                  <a:lnTo>
                    <a:pt x="329018" y="379272"/>
                  </a:lnTo>
                  <a:lnTo>
                    <a:pt x="332828" y="354888"/>
                  </a:lnTo>
                  <a:lnTo>
                    <a:pt x="332841" y="354469"/>
                  </a:lnTo>
                  <a:close/>
                </a:path>
                <a:path w="695325" h="1252855">
                  <a:moveTo>
                    <a:pt x="347091" y="322199"/>
                  </a:moveTo>
                  <a:lnTo>
                    <a:pt x="346913" y="321195"/>
                  </a:lnTo>
                  <a:lnTo>
                    <a:pt x="345351" y="316661"/>
                  </a:lnTo>
                  <a:lnTo>
                    <a:pt x="341947" y="314121"/>
                  </a:lnTo>
                  <a:lnTo>
                    <a:pt x="332905" y="314121"/>
                  </a:lnTo>
                  <a:lnTo>
                    <a:pt x="328828" y="318198"/>
                  </a:lnTo>
                  <a:lnTo>
                    <a:pt x="328828" y="324408"/>
                  </a:lnTo>
                  <a:lnTo>
                    <a:pt x="329069" y="325551"/>
                  </a:lnTo>
                  <a:lnTo>
                    <a:pt x="330796" y="329971"/>
                  </a:lnTo>
                  <a:lnTo>
                    <a:pt x="334111" y="332371"/>
                  </a:lnTo>
                  <a:lnTo>
                    <a:pt x="337959" y="332371"/>
                  </a:lnTo>
                  <a:lnTo>
                    <a:pt x="343014" y="332371"/>
                  </a:lnTo>
                  <a:lnTo>
                    <a:pt x="347091" y="328295"/>
                  </a:lnTo>
                  <a:lnTo>
                    <a:pt x="347091" y="322199"/>
                  </a:lnTo>
                  <a:close/>
                </a:path>
                <a:path w="695325" h="1252855">
                  <a:moveTo>
                    <a:pt x="388099" y="311975"/>
                  </a:moveTo>
                  <a:lnTo>
                    <a:pt x="383209" y="298945"/>
                  </a:lnTo>
                  <a:lnTo>
                    <a:pt x="382790" y="297891"/>
                  </a:lnTo>
                  <a:lnTo>
                    <a:pt x="382333" y="296824"/>
                  </a:lnTo>
                  <a:lnTo>
                    <a:pt x="381850" y="295770"/>
                  </a:lnTo>
                  <a:lnTo>
                    <a:pt x="381723" y="295554"/>
                  </a:lnTo>
                  <a:lnTo>
                    <a:pt x="381685" y="295402"/>
                  </a:lnTo>
                  <a:lnTo>
                    <a:pt x="381508" y="295008"/>
                  </a:lnTo>
                  <a:lnTo>
                    <a:pt x="381101" y="294233"/>
                  </a:lnTo>
                  <a:lnTo>
                    <a:pt x="380593" y="293103"/>
                  </a:lnTo>
                  <a:lnTo>
                    <a:pt x="379984" y="291833"/>
                  </a:lnTo>
                  <a:lnTo>
                    <a:pt x="379857" y="291592"/>
                  </a:lnTo>
                  <a:lnTo>
                    <a:pt x="379387" y="290677"/>
                  </a:lnTo>
                  <a:lnTo>
                    <a:pt x="379272" y="290499"/>
                  </a:lnTo>
                  <a:lnTo>
                    <a:pt x="379145" y="290207"/>
                  </a:lnTo>
                  <a:lnTo>
                    <a:pt x="377456" y="287020"/>
                  </a:lnTo>
                  <a:lnTo>
                    <a:pt x="375627" y="283794"/>
                  </a:lnTo>
                  <a:lnTo>
                    <a:pt x="374662" y="282143"/>
                  </a:lnTo>
                  <a:lnTo>
                    <a:pt x="373151" y="279666"/>
                  </a:lnTo>
                  <a:lnTo>
                    <a:pt x="372668" y="278955"/>
                  </a:lnTo>
                  <a:lnTo>
                    <a:pt x="371132" y="276466"/>
                  </a:lnTo>
                  <a:lnTo>
                    <a:pt x="370014" y="274942"/>
                  </a:lnTo>
                  <a:lnTo>
                    <a:pt x="369506" y="274129"/>
                  </a:lnTo>
                  <a:lnTo>
                    <a:pt x="368414" y="272567"/>
                  </a:lnTo>
                  <a:lnTo>
                    <a:pt x="364998" y="267970"/>
                  </a:lnTo>
                  <a:lnTo>
                    <a:pt x="363791" y="266496"/>
                  </a:lnTo>
                  <a:lnTo>
                    <a:pt x="362661" y="265074"/>
                  </a:lnTo>
                  <a:lnTo>
                    <a:pt x="361480" y="263639"/>
                  </a:lnTo>
                  <a:lnTo>
                    <a:pt x="359168" y="260908"/>
                  </a:lnTo>
                  <a:lnTo>
                    <a:pt x="357974" y="259588"/>
                  </a:lnTo>
                  <a:lnTo>
                    <a:pt x="356628" y="258165"/>
                  </a:lnTo>
                  <a:lnTo>
                    <a:pt x="356438" y="257924"/>
                  </a:lnTo>
                  <a:lnTo>
                    <a:pt x="356044" y="257543"/>
                  </a:lnTo>
                  <a:lnTo>
                    <a:pt x="354838" y="256260"/>
                  </a:lnTo>
                  <a:lnTo>
                    <a:pt x="353606" y="255003"/>
                  </a:lnTo>
                  <a:lnTo>
                    <a:pt x="351193" y="252603"/>
                  </a:lnTo>
                  <a:lnTo>
                    <a:pt x="350024" y="251485"/>
                  </a:lnTo>
                  <a:lnTo>
                    <a:pt x="347065" y="248780"/>
                  </a:lnTo>
                  <a:lnTo>
                    <a:pt x="346227" y="248094"/>
                  </a:lnTo>
                  <a:lnTo>
                    <a:pt x="345198" y="247205"/>
                  </a:lnTo>
                  <a:lnTo>
                    <a:pt x="344462" y="246532"/>
                  </a:lnTo>
                  <a:lnTo>
                    <a:pt x="343700" y="245872"/>
                  </a:lnTo>
                  <a:lnTo>
                    <a:pt x="342887" y="245237"/>
                  </a:lnTo>
                  <a:lnTo>
                    <a:pt x="341401" y="244017"/>
                  </a:lnTo>
                  <a:lnTo>
                    <a:pt x="339813" y="242760"/>
                  </a:lnTo>
                  <a:lnTo>
                    <a:pt x="338099" y="241477"/>
                  </a:lnTo>
                  <a:lnTo>
                    <a:pt x="337159" y="240741"/>
                  </a:lnTo>
                  <a:lnTo>
                    <a:pt x="334987" y="239166"/>
                  </a:lnTo>
                  <a:lnTo>
                    <a:pt x="334733" y="238963"/>
                  </a:lnTo>
                  <a:lnTo>
                    <a:pt x="333171" y="237883"/>
                  </a:lnTo>
                  <a:lnTo>
                    <a:pt x="313893" y="226758"/>
                  </a:lnTo>
                  <a:lnTo>
                    <a:pt x="312839" y="226225"/>
                  </a:lnTo>
                  <a:lnTo>
                    <a:pt x="311721" y="225742"/>
                  </a:lnTo>
                  <a:lnTo>
                    <a:pt x="310095" y="224993"/>
                  </a:lnTo>
                  <a:lnTo>
                    <a:pt x="308444" y="224282"/>
                  </a:lnTo>
                  <a:lnTo>
                    <a:pt x="305142" y="222923"/>
                  </a:lnTo>
                  <a:lnTo>
                    <a:pt x="301828" y="221665"/>
                  </a:lnTo>
                  <a:lnTo>
                    <a:pt x="298005" y="220319"/>
                  </a:lnTo>
                  <a:lnTo>
                    <a:pt x="296608" y="219875"/>
                  </a:lnTo>
                  <a:lnTo>
                    <a:pt x="294906" y="219290"/>
                  </a:lnTo>
                  <a:lnTo>
                    <a:pt x="289928" y="217868"/>
                  </a:lnTo>
                  <a:lnTo>
                    <a:pt x="289217" y="217703"/>
                  </a:lnTo>
                  <a:lnTo>
                    <a:pt x="288201" y="217411"/>
                  </a:lnTo>
                  <a:lnTo>
                    <a:pt x="285521" y="216750"/>
                  </a:lnTo>
                  <a:lnTo>
                    <a:pt x="282117" y="215976"/>
                  </a:lnTo>
                  <a:lnTo>
                    <a:pt x="280924" y="215760"/>
                  </a:lnTo>
                  <a:lnTo>
                    <a:pt x="279184" y="215404"/>
                  </a:lnTo>
                  <a:lnTo>
                    <a:pt x="278015" y="215188"/>
                  </a:lnTo>
                  <a:lnTo>
                    <a:pt x="276847" y="215023"/>
                  </a:lnTo>
                  <a:lnTo>
                    <a:pt x="273558" y="214414"/>
                  </a:lnTo>
                  <a:lnTo>
                    <a:pt x="273177" y="214414"/>
                  </a:lnTo>
                  <a:lnTo>
                    <a:pt x="271767" y="214210"/>
                  </a:lnTo>
                  <a:lnTo>
                    <a:pt x="266153" y="213563"/>
                  </a:lnTo>
                  <a:lnTo>
                    <a:pt x="262356" y="213271"/>
                  </a:lnTo>
                  <a:lnTo>
                    <a:pt x="241274" y="213271"/>
                  </a:lnTo>
                  <a:lnTo>
                    <a:pt x="237578" y="213563"/>
                  </a:lnTo>
                  <a:lnTo>
                    <a:pt x="228587" y="215023"/>
                  </a:lnTo>
                  <a:lnTo>
                    <a:pt x="229260" y="215023"/>
                  </a:lnTo>
                  <a:lnTo>
                    <a:pt x="200418" y="222923"/>
                  </a:lnTo>
                  <a:lnTo>
                    <a:pt x="200596" y="222923"/>
                  </a:lnTo>
                  <a:lnTo>
                    <a:pt x="174269" y="236715"/>
                  </a:lnTo>
                  <a:lnTo>
                    <a:pt x="151409" y="255676"/>
                  </a:lnTo>
                  <a:lnTo>
                    <a:pt x="132943" y="278955"/>
                  </a:lnTo>
                  <a:lnTo>
                    <a:pt x="126161" y="290499"/>
                  </a:lnTo>
                  <a:lnTo>
                    <a:pt x="96875" y="340931"/>
                  </a:lnTo>
                  <a:lnTo>
                    <a:pt x="96647" y="341287"/>
                  </a:lnTo>
                  <a:lnTo>
                    <a:pt x="95961" y="342544"/>
                  </a:lnTo>
                  <a:lnTo>
                    <a:pt x="95897" y="342696"/>
                  </a:lnTo>
                  <a:lnTo>
                    <a:pt x="95758" y="342912"/>
                  </a:lnTo>
                  <a:lnTo>
                    <a:pt x="95643" y="343141"/>
                  </a:lnTo>
                  <a:lnTo>
                    <a:pt x="95478" y="343408"/>
                  </a:lnTo>
                  <a:lnTo>
                    <a:pt x="95389" y="343573"/>
                  </a:lnTo>
                  <a:lnTo>
                    <a:pt x="81330" y="454088"/>
                  </a:lnTo>
                  <a:lnTo>
                    <a:pt x="180060" y="311975"/>
                  </a:lnTo>
                  <a:lnTo>
                    <a:pt x="202044" y="311975"/>
                  </a:lnTo>
                  <a:lnTo>
                    <a:pt x="206679" y="303758"/>
                  </a:lnTo>
                  <a:lnTo>
                    <a:pt x="213474" y="297319"/>
                  </a:lnTo>
                  <a:lnTo>
                    <a:pt x="221945" y="293103"/>
                  </a:lnTo>
                  <a:lnTo>
                    <a:pt x="231622" y="291592"/>
                  </a:lnTo>
                  <a:lnTo>
                    <a:pt x="241287" y="293103"/>
                  </a:lnTo>
                  <a:lnTo>
                    <a:pt x="249758" y="297319"/>
                  </a:lnTo>
                  <a:lnTo>
                    <a:pt x="256540" y="303758"/>
                  </a:lnTo>
                  <a:lnTo>
                    <a:pt x="261188" y="311975"/>
                  </a:lnTo>
                  <a:lnTo>
                    <a:pt x="308356" y="311975"/>
                  </a:lnTo>
                  <a:lnTo>
                    <a:pt x="313004" y="303758"/>
                  </a:lnTo>
                  <a:lnTo>
                    <a:pt x="319798" y="297319"/>
                  </a:lnTo>
                  <a:lnTo>
                    <a:pt x="328282" y="293103"/>
                  </a:lnTo>
                  <a:lnTo>
                    <a:pt x="337959" y="291592"/>
                  </a:lnTo>
                  <a:lnTo>
                    <a:pt x="347624" y="293103"/>
                  </a:lnTo>
                  <a:lnTo>
                    <a:pt x="356108" y="297319"/>
                  </a:lnTo>
                  <a:lnTo>
                    <a:pt x="362902" y="303758"/>
                  </a:lnTo>
                  <a:lnTo>
                    <a:pt x="367550" y="311975"/>
                  </a:lnTo>
                  <a:lnTo>
                    <a:pt x="388099" y="311975"/>
                  </a:lnTo>
                  <a:close/>
                </a:path>
                <a:path w="695325" h="1252855">
                  <a:moveTo>
                    <a:pt x="394703" y="347967"/>
                  </a:moveTo>
                  <a:lnTo>
                    <a:pt x="394220" y="341147"/>
                  </a:lnTo>
                  <a:lnTo>
                    <a:pt x="393255" y="334505"/>
                  </a:lnTo>
                  <a:lnTo>
                    <a:pt x="367550" y="334505"/>
                  </a:lnTo>
                  <a:lnTo>
                    <a:pt x="365125" y="340779"/>
                  </a:lnTo>
                  <a:lnTo>
                    <a:pt x="360794" y="346125"/>
                  </a:lnTo>
                  <a:lnTo>
                    <a:pt x="355231" y="349732"/>
                  </a:lnTo>
                  <a:lnTo>
                    <a:pt x="355384" y="354876"/>
                  </a:lnTo>
                  <a:lnTo>
                    <a:pt x="351066" y="384263"/>
                  </a:lnTo>
                  <a:lnTo>
                    <a:pt x="338836" y="410679"/>
                  </a:lnTo>
                  <a:lnTo>
                    <a:pt x="319760" y="432587"/>
                  </a:lnTo>
                  <a:lnTo>
                    <a:pt x="294919" y="448437"/>
                  </a:lnTo>
                  <a:lnTo>
                    <a:pt x="294919" y="726833"/>
                  </a:lnTo>
                  <a:lnTo>
                    <a:pt x="344106" y="667766"/>
                  </a:lnTo>
                  <a:lnTo>
                    <a:pt x="344106" y="463461"/>
                  </a:lnTo>
                  <a:lnTo>
                    <a:pt x="365048" y="441642"/>
                  </a:lnTo>
                  <a:lnTo>
                    <a:pt x="381000" y="415759"/>
                  </a:lnTo>
                  <a:lnTo>
                    <a:pt x="391147" y="386575"/>
                  </a:lnTo>
                  <a:lnTo>
                    <a:pt x="394703" y="354876"/>
                  </a:lnTo>
                  <a:lnTo>
                    <a:pt x="394703" y="347967"/>
                  </a:lnTo>
                  <a:close/>
                </a:path>
                <a:path w="695325" h="1252855">
                  <a:moveTo>
                    <a:pt x="614121" y="445731"/>
                  </a:moveTo>
                  <a:lnTo>
                    <a:pt x="611225" y="385749"/>
                  </a:lnTo>
                  <a:lnTo>
                    <a:pt x="603275" y="342138"/>
                  </a:lnTo>
                  <a:lnTo>
                    <a:pt x="593394" y="312153"/>
                  </a:lnTo>
                  <a:lnTo>
                    <a:pt x="582142" y="288048"/>
                  </a:lnTo>
                  <a:lnTo>
                    <a:pt x="514870" y="288048"/>
                  </a:lnTo>
                  <a:lnTo>
                    <a:pt x="471411" y="244589"/>
                  </a:lnTo>
                  <a:lnTo>
                    <a:pt x="374650" y="244589"/>
                  </a:lnTo>
                  <a:lnTo>
                    <a:pt x="392455" y="268185"/>
                  </a:lnTo>
                  <a:lnTo>
                    <a:pt x="405853" y="294792"/>
                  </a:lnTo>
                  <a:lnTo>
                    <a:pt x="414299" y="323875"/>
                  </a:lnTo>
                  <a:lnTo>
                    <a:pt x="417233" y="354863"/>
                  </a:lnTo>
                  <a:lnTo>
                    <a:pt x="413867" y="388048"/>
                  </a:lnTo>
                  <a:lnTo>
                    <a:pt x="404050" y="419455"/>
                  </a:lnTo>
                  <a:lnTo>
                    <a:pt x="388175" y="448233"/>
                  </a:lnTo>
                  <a:lnTo>
                    <a:pt x="366649" y="473494"/>
                  </a:lnTo>
                  <a:lnTo>
                    <a:pt x="366649" y="675906"/>
                  </a:lnTo>
                  <a:lnTo>
                    <a:pt x="198081" y="878293"/>
                  </a:lnTo>
                  <a:lnTo>
                    <a:pt x="518668" y="878293"/>
                  </a:lnTo>
                  <a:lnTo>
                    <a:pt x="521220" y="820750"/>
                  </a:lnTo>
                  <a:lnTo>
                    <a:pt x="528307" y="770648"/>
                  </a:lnTo>
                  <a:lnTo>
                    <a:pt x="538822" y="726414"/>
                  </a:lnTo>
                  <a:lnTo>
                    <a:pt x="551649" y="686422"/>
                  </a:lnTo>
                  <a:lnTo>
                    <a:pt x="565645" y="649071"/>
                  </a:lnTo>
                  <a:lnTo>
                    <a:pt x="579716" y="612762"/>
                  </a:lnTo>
                  <a:lnTo>
                    <a:pt x="592709" y="575868"/>
                  </a:lnTo>
                  <a:lnTo>
                    <a:pt x="603529" y="536816"/>
                  </a:lnTo>
                  <a:lnTo>
                    <a:pt x="611035" y="493966"/>
                  </a:lnTo>
                  <a:lnTo>
                    <a:pt x="614121" y="445731"/>
                  </a:lnTo>
                  <a:close/>
                </a:path>
                <a:path w="695325" h="1252855">
                  <a:moveTo>
                    <a:pt x="626224" y="1094790"/>
                  </a:moveTo>
                  <a:lnTo>
                    <a:pt x="624090" y="1079195"/>
                  </a:lnTo>
                  <a:lnTo>
                    <a:pt x="618083" y="1065276"/>
                  </a:lnTo>
                  <a:lnTo>
                    <a:pt x="608787" y="1053642"/>
                  </a:lnTo>
                  <a:lnTo>
                    <a:pt x="596823" y="1044917"/>
                  </a:lnTo>
                  <a:lnTo>
                    <a:pt x="564819" y="1019302"/>
                  </a:lnTo>
                  <a:lnTo>
                    <a:pt x="540042" y="984516"/>
                  </a:lnTo>
                  <a:lnTo>
                    <a:pt x="523900" y="944003"/>
                  </a:lnTo>
                  <a:lnTo>
                    <a:pt x="518134" y="901471"/>
                  </a:lnTo>
                  <a:lnTo>
                    <a:pt x="186728" y="901471"/>
                  </a:lnTo>
                  <a:lnTo>
                    <a:pt x="180962" y="944003"/>
                  </a:lnTo>
                  <a:lnTo>
                    <a:pt x="164820" y="984516"/>
                  </a:lnTo>
                  <a:lnTo>
                    <a:pt x="140042" y="1019302"/>
                  </a:lnTo>
                  <a:lnTo>
                    <a:pt x="108038" y="1044917"/>
                  </a:lnTo>
                  <a:lnTo>
                    <a:pt x="96075" y="1053642"/>
                  </a:lnTo>
                  <a:lnTo>
                    <a:pt x="86791" y="1065276"/>
                  </a:lnTo>
                  <a:lnTo>
                    <a:pt x="80784" y="1079195"/>
                  </a:lnTo>
                  <a:lnTo>
                    <a:pt x="78651" y="1094790"/>
                  </a:lnTo>
                  <a:lnTo>
                    <a:pt x="626224" y="1094790"/>
                  </a:lnTo>
                  <a:close/>
                </a:path>
                <a:path w="695325" h="1252855">
                  <a:moveTo>
                    <a:pt x="659041" y="1173759"/>
                  </a:moveTo>
                  <a:lnTo>
                    <a:pt x="654710" y="1151813"/>
                  </a:lnTo>
                  <a:lnTo>
                    <a:pt x="642912" y="1133894"/>
                  </a:lnTo>
                  <a:lnTo>
                    <a:pt x="625411" y="1121803"/>
                  </a:lnTo>
                  <a:lnTo>
                    <a:pt x="603986" y="1117371"/>
                  </a:lnTo>
                  <a:lnTo>
                    <a:pt x="100876" y="1117371"/>
                  </a:lnTo>
                  <a:lnTo>
                    <a:pt x="79438" y="1121803"/>
                  </a:lnTo>
                  <a:lnTo>
                    <a:pt x="61937" y="1133894"/>
                  </a:lnTo>
                  <a:lnTo>
                    <a:pt x="50152" y="1151813"/>
                  </a:lnTo>
                  <a:lnTo>
                    <a:pt x="45821" y="1173759"/>
                  </a:lnTo>
                  <a:lnTo>
                    <a:pt x="659041" y="1173759"/>
                  </a:lnTo>
                  <a:close/>
                </a:path>
                <a:path w="695325" h="1252855">
                  <a:moveTo>
                    <a:pt x="691883" y="1252753"/>
                  </a:moveTo>
                  <a:lnTo>
                    <a:pt x="687552" y="1230795"/>
                  </a:lnTo>
                  <a:lnTo>
                    <a:pt x="675741" y="1212875"/>
                  </a:lnTo>
                  <a:lnTo>
                    <a:pt x="658241" y="1200785"/>
                  </a:lnTo>
                  <a:lnTo>
                    <a:pt x="636816" y="1196352"/>
                  </a:lnTo>
                  <a:lnTo>
                    <a:pt x="68046" y="1196352"/>
                  </a:lnTo>
                  <a:lnTo>
                    <a:pt x="46609" y="1200785"/>
                  </a:lnTo>
                  <a:lnTo>
                    <a:pt x="29108" y="1212875"/>
                  </a:lnTo>
                  <a:lnTo>
                    <a:pt x="17310" y="1230795"/>
                  </a:lnTo>
                  <a:lnTo>
                    <a:pt x="12992" y="1252753"/>
                  </a:lnTo>
                  <a:lnTo>
                    <a:pt x="691883" y="1252753"/>
                  </a:lnTo>
                  <a:close/>
                </a:path>
                <a:path w="695325" h="1252855">
                  <a:moveTo>
                    <a:pt x="694880" y="41186"/>
                  </a:moveTo>
                  <a:lnTo>
                    <a:pt x="503123" y="40817"/>
                  </a:lnTo>
                  <a:lnTo>
                    <a:pt x="503123" y="41833"/>
                  </a:lnTo>
                  <a:lnTo>
                    <a:pt x="499618" y="43815"/>
                  </a:lnTo>
                  <a:lnTo>
                    <a:pt x="491337" y="49085"/>
                  </a:lnTo>
                  <a:lnTo>
                    <a:pt x="483692" y="55194"/>
                  </a:lnTo>
                  <a:lnTo>
                    <a:pt x="476719" y="62064"/>
                  </a:lnTo>
                  <a:lnTo>
                    <a:pt x="470496" y="69672"/>
                  </a:lnTo>
                  <a:lnTo>
                    <a:pt x="463804" y="66725"/>
                  </a:lnTo>
                  <a:lnTo>
                    <a:pt x="418414" y="48907"/>
                  </a:lnTo>
                  <a:lnTo>
                    <a:pt x="393077" y="40614"/>
                  </a:lnTo>
                  <a:lnTo>
                    <a:pt x="444703" y="41186"/>
                  </a:lnTo>
                  <a:lnTo>
                    <a:pt x="445465" y="41186"/>
                  </a:lnTo>
                  <a:lnTo>
                    <a:pt x="503123" y="41833"/>
                  </a:lnTo>
                  <a:lnTo>
                    <a:pt x="503123" y="40817"/>
                  </a:lnTo>
                  <a:lnTo>
                    <a:pt x="403161" y="40614"/>
                  </a:lnTo>
                  <a:lnTo>
                    <a:pt x="532574" y="40614"/>
                  </a:lnTo>
                  <a:lnTo>
                    <a:pt x="505523" y="12065"/>
                  </a:lnTo>
                  <a:lnTo>
                    <a:pt x="499567" y="6921"/>
                  </a:lnTo>
                  <a:lnTo>
                    <a:pt x="492848" y="3136"/>
                  </a:lnTo>
                  <a:lnTo>
                    <a:pt x="485559" y="800"/>
                  </a:lnTo>
                  <a:lnTo>
                    <a:pt x="477913" y="0"/>
                  </a:lnTo>
                  <a:lnTo>
                    <a:pt x="140589" y="0"/>
                  </a:lnTo>
                  <a:lnTo>
                    <a:pt x="254482" y="77190"/>
                  </a:lnTo>
                  <a:lnTo>
                    <a:pt x="171500" y="162204"/>
                  </a:lnTo>
                  <a:lnTo>
                    <a:pt x="232752" y="159778"/>
                  </a:lnTo>
                  <a:lnTo>
                    <a:pt x="187782" y="203784"/>
                  </a:lnTo>
                  <a:lnTo>
                    <a:pt x="203238" y="198031"/>
                  </a:lnTo>
                  <a:lnTo>
                    <a:pt x="219303" y="193852"/>
                  </a:lnTo>
                  <a:lnTo>
                    <a:pt x="235851" y="191300"/>
                  </a:lnTo>
                  <a:lnTo>
                    <a:pt x="252793" y="190436"/>
                  </a:lnTo>
                  <a:lnTo>
                    <a:pt x="279247" y="192570"/>
                  </a:lnTo>
                  <a:lnTo>
                    <a:pt x="304380" y="198716"/>
                  </a:lnTo>
                  <a:lnTo>
                    <a:pt x="327825" y="208572"/>
                  </a:lnTo>
                  <a:lnTo>
                    <a:pt x="349275" y="221780"/>
                  </a:lnTo>
                  <a:lnTo>
                    <a:pt x="481571" y="221780"/>
                  </a:lnTo>
                  <a:lnTo>
                    <a:pt x="524687" y="264896"/>
                  </a:lnTo>
                  <a:lnTo>
                    <a:pt x="571004" y="264896"/>
                  </a:lnTo>
                  <a:lnTo>
                    <a:pt x="554672" y="249720"/>
                  </a:lnTo>
                  <a:lnTo>
                    <a:pt x="535343" y="232994"/>
                  </a:lnTo>
                  <a:lnTo>
                    <a:pt x="517105" y="214503"/>
                  </a:lnTo>
                  <a:lnTo>
                    <a:pt x="504037" y="194030"/>
                  </a:lnTo>
                  <a:lnTo>
                    <a:pt x="503199" y="190436"/>
                  </a:lnTo>
                  <a:lnTo>
                    <a:pt x="501421" y="182854"/>
                  </a:lnTo>
                  <a:lnTo>
                    <a:pt x="521246" y="149821"/>
                  </a:lnTo>
                  <a:lnTo>
                    <a:pt x="563930" y="136817"/>
                  </a:lnTo>
                  <a:lnTo>
                    <a:pt x="584581" y="139788"/>
                  </a:lnTo>
                  <a:lnTo>
                    <a:pt x="618972" y="163741"/>
                  </a:lnTo>
                  <a:lnTo>
                    <a:pt x="628954" y="189128"/>
                  </a:lnTo>
                  <a:lnTo>
                    <a:pt x="635076" y="177546"/>
                  </a:lnTo>
                  <a:lnTo>
                    <a:pt x="647674" y="148983"/>
                  </a:lnTo>
                  <a:lnTo>
                    <a:pt x="651192" y="136817"/>
                  </a:lnTo>
                  <a:lnTo>
                    <a:pt x="658126" y="112763"/>
                  </a:lnTo>
                  <a:lnTo>
                    <a:pt x="657809" y="78193"/>
                  </a:lnTo>
                  <a:lnTo>
                    <a:pt x="650544" y="69672"/>
                  </a:lnTo>
                  <a:lnTo>
                    <a:pt x="638200" y="55194"/>
                  </a:lnTo>
                  <a:lnTo>
                    <a:pt x="638340" y="55194"/>
                  </a:lnTo>
                  <a:lnTo>
                    <a:pt x="606069" y="44208"/>
                  </a:lnTo>
                  <a:lnTo>
                    <a:pt x="578307" y="41186"/>
                  </a:lnTo>
                  <a:lnTo>
                    <a:pt x="694880" y="41186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93325ED-B0BE-24AF-85E0-FDF255F0B3A7}"/>
                </a:ext>
              </a:extLst>
            </p:cNvPr>
            <p:cNvSpPr/>
            <p:nvPr/>
          </p:nvSpPr>
          <p:spPr>
            <a:xfrm>
              <a:off x="2999009" y="1688988"/>
              <a:ext cx="9242425" cy="873125"/>
            </a:xfrm>
            <a:custGeom>
              <a:avLst/>
              <a:gdLst/>
              <a:ahLst/>
              <a:cxnLst/>
              <a:rect l="l" t="t" r="r" b="b"/>
              <a:pathLst>
                <a:path w="9242425" h="873125">
                  <a:moveTo>
                    <a:pt x="9241980" y="0"/>
                  </a:moveTo>
                  <a:lnTo>
                    <a:pt x="647674" y="0"/>
                  </a:lnTo>
                  <a:lnTo>
                    <a:pt x="0" y="873061"/>
                  </a:lnTo>
                  <a:lnTo>
                    <a:pt x="8594305" y="873061"/>
                  </a:lnTo>
                  <a:lnTo>
                    <a:pt x="9241980" y="0"/>
                  </a:lnTo>
                  <a:close/>
                </a:path>
              </a:pathLst>
            </a:custGeom>
            <a:solidFill>
              <a:srgbClr val="C12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4EB3F83-F91A-347B-C902-6FF43CA1F7B8}"/>
              </a:ext>
            </a:extLst>
          </p:cNvPr>
          <p:cNvSpPr txBox="1"/>
          <p:nvPr/>
        </p:nvSpPr>
        <p:spPr>
          <a:xfrm>
            <a:off x="5174608" y="1042180"/>
            <a:ext cx="8949315" cy="3558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58620" algn="l"/>
                <a:tab pos="2545080" algn="l"/>
                <a:tab pos="3778885" algn="l"/>
              </a:tabLst>
            </a:pP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G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A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220" dirty="0">
                <a:solidFill>
                  <a:srgbClr val="FFFFFF"/>
                </a:solidFill>
                <a:latin typeface="Franklin Gothic"/>
                <a:cs typeface="Verdana"/>
              </a:rPr>
              <a:t>M</a:t>
            </a:r>
            <a:r>
              <a:rPr sz="2200" spc="37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Franklin Gothic"/>
                <a:cs typeface="Verdana"/>
              </a:rPr>
              <a:t>E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</a:t>
            </a:r>
            <a:r>
              <a:rPr sz="2200" spc="65" dirty="0">
                <a:solidFill>
                  <a:srgbClr val="FFFFFF"/>
                </a:solidFill>
                <a:latin typeface="Franklin Gothic"/>
                <a:cs typeface="Verdana"/>
              </a:rPr>
              <a:t>O</a:t>
            </a:r>
            <a:r>
              <a:rPr sz="2200" spc="34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Franklin Gothic"/>
                <a:cs typeface="Verdana"/>
              </a:rPr>
              <a:t>F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T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130" dirty="0">
                <a:solidFill>
                  <a:srgbClr val="FFFFFF"/>
                </a:solidFill>
                <a:latin typeface="Franklin Gothic"/>
                <a:cs typeface="Verdana"/>
              </a:rPr>
              <a:t>H</a:t>
            </a:r>
            <a:r>
              <a:rPr sz="2200" spc="390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Franklin Gothic"/>
                <a:cs typeface="Verdana"/>
              </a:rPr>
              <a:t>E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	</a:t>
            </a:r>
            <a:r>
              <a:rPr sz="2200" spc="220" dirty="0">
                <a:solidFill>
                  <a:srgbClr val="FFFFFF"/>
                </a:solidFill>
                <a:latin typeface="Franklin Gothic"/>
                <a:cs typeface="Verdana"/>
              </a:rPr>
              <a:t>M</a:t>
            </a:r>
            <a:r>
              <a:rPr sz="2200" spc="350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Franklin Gothic"/>
                <a:cs typeface="Verdana"/>
              </a:rPr>
              <a:t>O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Franklin Gothic"/>
                <a:cs typeface="Verdana"/>
              </a:rPr>
              <a:t>N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Franklin Gothic"/>
                <a:cs typeface="Verdana"/>
              </a:rPr>
              <a:t>T</a:t>
            </a:r>
            <a:r>
              <a:rPr sz="2200" spc="355" dirty="0">
                <a:solidFill>
                  <a:srgbClr val="FFFFFF"/>
                </a:solidFill>
                <a:latin typeface="Franklin Gothic"/>
                <a:cs typeface="Verdana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Franklin Gothic"/>
                <a:cs typeface="Verdana"/>
              </a:rPr>
              <a:t>H</a:t>
            </a:r>
            <a:endParaRPr sz="2200" dirty="0">
              <a:latin typeface="Franklin Gothic"/>
              <a:cs typeface="Verdana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2069DBB0-291E-89BC-E07D-E71A2426CBEC}"/>
              </a:ext>
            </a:extLst>
          </p:cNvPr>
          <p:cNvGrpSpPr/>
          <p:nvPr/>
        </p:nvGrpSpPr>
        <p:grpSpPr>
          <a:xfrm>
            <a:off x="4159608" y="1785767"/>
            <a:ext cx="6920865" cy="3695700"/>
            <a:chOff x="4159608" y="1785767"/>
            <a:chExt cx="6920865" cy="369570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3C0DDD8-3841-454C-3284-4643FE7B3DD3}"/>
                </a:ext>
              </a:extLst>
            </p:cNvPr>
            <p:cNvSpPr/>
            <p:nvPr/>
          </p:nvSpPr>
          <p:spPr>
            <a:xfrm>
              <a:off x="4249356" y="1785772"/>
              <a:ext cx="702310" cy="680085"/>
            </a:xfrm>
            <a:custGeom>
              <a:avLst/>
              <a:gdLst/>
              <a:ahLst/>
              <a:cxnLst/>
              <a:rect l="l" t="t" r="r" b="b"/>
              <a:pathLst>
                <a:path w="702310" h="680085">
                  <a:moveTo>
                    <a:pt x="104330" y="0"/>
                  </a:moveTo>
                  <a:lnTo>
                    <a:pt x="52171" y="0"/>
                  </a:lnTo>
                  <a:lnTo>
                    <a:pt x="52171" y="52158"/>
                  </a:lnTo>
                  <a:lnTo>
                    <a:pt x="104330" y="52158"/>
                  </a:lnTo>
                  <a:lnTo>
                    <a:pt x="104330" y="0"/>
                  </a:lnTo>
                  <a:close/>
                </a:path>
                <a:path w="702310" h="680085">
                  <a:moveTo>
                    <a:pt x="423557" y="126022"/>
                  </a:moveTo>
                  <a:lnTo>
                    <a:pt x="385724" y="125590"/>
                  </a:lnTo>
                  <a:lnTo>
                    <a:pt x="393319" y="127939"/>
                  </a:lnTo>
                  <a:lnTo>
                    <a:pt x="404190" y="132054"/>
                  </a:lnTo>
                  <a:lnTo>
                    <a:pt x="410108" y="134581"/>
                  </a:lnTo>
                  <a:lnTo>
                    <a:pt x="412343" y="135585"/>
                  </a:lnTo>
                  <a:lnTo>
                    <a:pt x="414934" y="132054"/>
                  </a:lnTo>
                  <a:lnTo>
                    <a:pt x="418426" y="128917"/>
                  </a:lnTo>
                  <a:lnTo>
                    <a:pt x="423557" y="126022"/>
                  </a:lnTo>
                  <a:close/>
                </a:path>
                <a:path w="702310" h="680085">
                  <a:moveTo>
                    <a:pt x="649554" y="522376"/>
                  </a:moveTo>
                  <a:lnTo>
                    <a:pt x="597382" y="522376"/>
                  </a:lnTo>
                  <a:lnTo>
                    <a:pt x="597382" y="574548"/>
                  </a:lnTo>
                  <a:lnTo>
                    <a:pt x="649554" y="574548"/>
                  </a:lnTo>
                  <a:lnTo>
                    <a:pt x="649554" y="522376"/>
                  </a:lnTo>
                  <a:close/>
                </a:path>
                <a:path w="702310" h="680085">
                  <a:moveTo>
                    <a:pt x="689927" y="64820"/>
                  </a:moveTo>
                  <a:lnTo>
                    <a:pt x="665619" y="58470"/>
                  </a:lnTo>
                  <a:lnTo>
                    <a:pt x="599287" y="47040"/>
                  </a:lnTo>
                  <a:lnTo>
                    <a:pt x="500773" y="34340"/>
                  </a:lnTo>
                  <a:lnTo>
                    <a:pt x="488454" y="33832"/>
                  </a:lnTo>
                  <a:lnTo>
                    <a:pt x="488454" y="542340"/>
                  </a:lnTo>
                  <a:lnTo>
                    <a:pt x="255054" y="542340"/>
                  </a:lnTo>
                  <a:lnTo>
                    <a:pt x="256540" y="535990"/>
                  </a:lnTo>
                  <a:lnTo>
                    <a:pt x="260591" y="529640"/>
                  </a:lnTo>
                  <a:lnTo>
                    <a:pt x="266598" y="524560"/>
                  </a:lnTo>
                  <a:lnTo>
                    <a:pt x="273977" y="523290"/>
                  </a:lnTo>
                  <a:lnTo>
                    <a:pt x="469531" y="523290"/>
                  </a:lnTo>
                  <a:lnTo>
                    <a:pt x="476897" y="524560"/>
                  </a:lnTo>
                  <a:lnTo>
                    <a:pt x="482904" y="529640"/>
                  </a:lnTo>
                  <a:lnTo>
                    <a:pt x="486956" y="535990"/>
                  </a:lnTo>
                  <a:lnTo>
                    <a:pt x="488454" y="542340"/>
                  </a:lnTo>
                  <a:lnTo>
                    <a:pt x="488454" y="33832"/>
                  </a:lnTo>
                  <a:lnTo>
                    <a:pt x="477177" y="33350"/>
                  </a:lnTo>
                  <a:lnTo>
                    <a:pt x="477177" y="515670"/>
                  </a:lnTo>
                  <a:lnTo>
                    <a:pt x="266344" y="515670"/>
                  </a:lnTo>
                  <a:lnTo>
                    <a:pt x="267830" y="508050"/>
                  </a:lnTo>
                  <a:lnTo>
                    <a:pt x="271881" y="501700"/>
                  </a:lnTo>
                  <a:lnTo>
                    <a:pt x="277888" y="497890"/>
                  </a:lnTo>
                  <a:lnTo>
                    <a:pt x="285267" y="496620"/>
                  </a:lnTo>
                  <a:lnTo>
                    <a:pt x="458241" y="496620"/>
                  </a:lnTo>
                  <a:lnTo>
                    <a:pt x="465607" y="497890"/>
                  </a:lnTo>
                  <a:lnTo>
                    <a:pt x="471627" y="501700"/>
                  </a:lnTo>
                  <a:lnTo>
                    <a:pt x="475678" y="508050"/>
                  </a:lnTo>
                  <a:lnTo>
                    <a:pt x="477177" y="515670"/>
                  </a:lnTo>
                  <a:lnTo>
                    <a:pt x="477177" y="33350"/>
                  </a:lnTo>
                  <a:lnTo>
                    <a:pt x="476846" y="33337"/>
                  </a:lnTo>
                  <a:lnTo>
                    <a:pt x="476846" y="151180"/>
                  </a:lnTo>
                  <a:lnTo>
                    <a:pt x="473252" y="163880"/>
                  </a:lnTo>
                  <a:lnTo>
                    <a:pt x="468909" y="172770"/>
                  </a:lnTo>
                  <a:lnTo>
                    <a:pt x="466813" y="177850"/>
                  </a:lnTo>
                  <a:lnTo>
                    <a:pt x="466813" y="174040"/>
                  </a:lnTo>
                  <a:lnTo>
                    <a:pt x="465886" y="172402"/>
                  </a:lnTo>
                  <a:lnTo>
                    <a:pt x="465886" y="481380"/>
                  </a:lnTo>
                  <a:lnTo>
                    <a:pt x="465886" y="489000"/>
                  </a:lnTo>
                  <a:lnTo>
                    <a:pt x="277622" y="489000"/>
                  </a:lnTo>
                  <a:lnTo>
                    <a:pt x="277622" y="481380"/>
                  </a:lnTo>
                  <a:lnTo>
                    <a:pt x="281724" y="475030"/>
                  </a:lnTo>
                  <a:lnTo>
                    <a:pt x="287731" y="471220"/>
                  </a:lnTo>
                  <a:lnTo>
                    <a:pt x="298729" y="462330"/>
                  </a:lnTo>
                  <a:lnTo>
                    <a:pt x="307251" y="450900"/>
                  </a:lnTo>
                  <a:lnTo>
                    <a:pt x="312788" y="436930"/>
                  </a:lnTo>
                  <a:lnTo>
                    <a:pt x="314782" y="421690"/>
                  </a:lnTo>
                  <a:lnTo>
                    <a:pt x="428726" y="421690"/>
                  </a:lnTo>
                  <a:lnTo>
                    <a:pt x="444766" y="462330"/>
                  </a:lnTo>
                  <a:lnTo>
                    <a:pt x="461784" y="475030"/>
                  </a:lnTo>
                  <a:lnTo>
                    <a:pt x="465886" y="481380"/>
                  </a:lnTo>
                  <a:lnTo>
                    <a:pt x="465886" y="172402"/>
                  </a:lnTo>
                  <a:lnTo>
                    <a:pt x="465378" y="171500"/>
                  </a:lnTo>
                  <a:lnTo>
                    <a:pt x="463384" y="168960"/>
                  </a:lnTo>
                  <a:lnTo>
                    <a:pt x="461721" y="167386"/>
                  </a:lnTo>
                  <a:lnTo>
                    <a:pt x="461721" y="265480"/>
                  </a:lnTo>
                  <a:lnTo>
                    <a:pt x="456336" y="303580"/>
                  </a:lnTo>
                  <a:lnTo>
                    <a:pt x="445058" y="335330"/>
                  </a:lnTo>
                  <a:lnTo>
                    <a:pt x="433895" y="369620"/>
                  </a:lnTo>
                  <a:lnTo>
                    <a:pt x="428904" y="414070"/>
                  </a:lnTo>
                  <a:lnTo>
                    <a:pt x="318681" y="414070"/>
                  </a:lnTo>
                  <a:lnTo>
                    <a:pt x="362115" y="362000"/>
                  </a:lnTo>
                  <a:lnTo>
                    <a:pt x="374840" y="346760"/>
                  </a:lnTo>
                  <a:lnTo>
                    <a:pt x="376643" y="344220"/>
                  </a:lnTo>
                  <a:lnTo>
                    <a:pt x="376643" y="275640"/>
                  </a:lnTo>
                  <a:lnTo>
                    <a:pt x="384035" y="266750"/>
                  </a:lnTo>
                  <a:lnTo>
                    <a:pt x="389496" y="256590"/>
                  </a:lnTo>
                  <a:lnTo>
                    <a:pt x="392874" y="245160"/>
                  </a:lnTo>
                  <a:lnTo>
                    <a:pt x="394030" y="233730"/>
                  </a:lnTo>
                  <a:lnTo>
                    <a:pt x="393395" y="227380"/>
                  </a:lnTo>
                  <a:lnTo>
                    <a:pt x="393268" y="226110"/>
                  </a:lnTo>
                  <a:lnTo>
                    <a:pt x="393141" y="224840"/>
                  </a:lnTo>
                  <a:lnTo>
                    <a:pt x="393014" y="223570"/>
                  </a:lnTo>
                  <a:lnTo>
                    <a:pt x="390118" y="213410"/>
                  </a:lnTo>
                  <a:lnTo>
                    <a:pt x="386283" y="206019"/>
                  </a:lnTo>
                  <a:lnTo>
                    <a:pt x="386283" y="233730"/>
                  </a:lnTo>
                  <a:lnTo>
                    <a:pt x="385051" y="245160"/>
                  </a:lnTo>
                  <a:lnTo>
                    <a:pt x="381571" y="255320"/>
                  </a:lnTo>
                  <a:lnTo>
                    <a:pt x="376097" y="264210"/>
                  </a:lnTo>
                  <a:lnTo>
                    <a:pt x="368896" y="271830"/>
                  </a:lnTo>
                  <a:lnTo>
                    <a:pt x="368896" y="341680"/>
                  </a:lnTo>
                  <a:lnTo>
                    <a:pt x="351980" y="362000"/>
                  </a:lnTo>
                  <a:lnTo>
                    <a:pt x="351980" y="266750"/>
                  </a:lnTo>
                  <a:lnTo>
                    <a:pt x="360514" y="260400"/>
                  </a:lnTo>
                  <a:lnTo>
                    <a:pt x="367068" y="254050"/>
                  </a:lnTo>
                  <a:lnTo>
                    <a:pt x="371284" y="243890"/>
                  </a:lnTo>
                  <a:lnTo>
                    <a:pt x="372770" y="233730"/>
                  </a:lnTo>
                  <a:lnTo>
                    <a:pt x="372719" y="232460"/>
                  </a:lnTo>
                  <a:lnTo>
                    <a:pt x="374624" y="231190"/>
                  </a:lnTo>
                  <a:lnTo>
                    <a:pt x="376123" y="229920"/>
                  </a:lnTo>
                  <a:lnTo>
                    <a:pt x="376948" y="227380"/>
                  </a:lnTo>
                  <a:lnTo>
                    <a:pt x="385787" y="227380"/>
                  </a:lnTo>
                  <a:lnTo>
                    <a:pt x="386118" y="229920"/>
                  </a:lnTo>
                  <a:lnTo>
                    <a:pt x="386194" y="231190"/>
                  </a:lnTo>
                  <a:lnTo>
                    <a:pt x="386283" y="233730"/>
                  </a:lnTo>
                  <a:lnTo>
                    <a:pt x="386283" y="206019"/>
                  </a:lnTo>
                  <a:lnTo>
                    <a:pt x="385508" y="204520"/>
                  </a:lnTo>
                  <a:lnTo>
                    <a:pt x="384009" y="202653"/>
                  </a:lnTo>
                  <a:lnTo>
                    <a:pt x="384009" y="219760"/>
                  </a:lnTo>
                  <a:lnTo>
                    <a:pt x="376948" y="219760"/>
                  </a:lnTo>
                  <a:lnTo>
                    <a:pt x="375386" y="215950"/>
                  </a:lnTo>
                  <a:lnTo>
                    <a:pt x="371411" y="212140"/>
                  </a:lnTo>
                  <a:lnTo>
                    <a:pt x="369912" y="212140"/>
                  </a:lnTo>
                  <a:lnTo>
                    <a:pt x="369912" y="224840"/>
                  </a:lnTo>
                  <a:lnTo>
                    <a:pt x="368515" y="226110"/>
                  </a:lnTo>
                  <a:lnTo>
                    <a:pt x="365023" y="226110"/>
                  </a:lnTo>
                  <a:lnTo>
                    <a:pt x="365023" y="233730"/>
                  </a:lnTo>
                  <a:lnTo>
                    <a:pt x="363702" y="242620"/>
                  </a:lnTo>
                  <a:lnTo>
                    <a:pt x="359994" y="250240"/>
                  </a:lnTo>
                  <a:lnTo>
                    <a:pt x="354241" y="256590"/>
                  </a:lnTo>
                  <a:lnTo>
                    <a:pt x="346811" y="260400"/>
                  </a:lnTo>
                  <a:lnTo>
                    <a:pt x="344233" y="261670"/>
                  </a:lnTo>
                  <a:lnTo>
                    <a:pt x="344233" y="370890"/>
                  </a:lnTo>
                  <a:lnTo>
                    <a:pt x="315658" y="405180"/>
                  </a:lnTo>
                  <a:lnTo>
                    <a:pt x="250583" y="489000"/>
                  </a:lnTo>
                  <a:lnTo>
                    <a:pt x="256590" y="440740"/>
                  </a:lnTo>
                  <a:lnTo>
                    <a:pt x="267512" y="426770"/>
                  </a:lnTo>
                  <a:lnTo>
                    <a:pt x="309270" y="373430"/>
                  </a:lnTo>
                  <a:lnTo>
                    <a:pt x="316903" y="373430"/>
                  </a:lnTo>
                  <a:lnTo>
                    <a:pt x="317119" y="372160"/>
                  </a:lnTo>
                  <a:lnTo>
                    <a:pt x="318300" y="372160"/>
                  </a:lnTo>
                  <a:lnTo>
                    <a:pt x="319189" y="370890"/>
                  </a:lnTo>
                  <a:lnTo>
                    <a:pt x="320141" y="370890"/>
                  </a:lnTo>
                  <a:lnTo>
                    <a:pt x="320725" y="369620"/>
                  </a:lnTo>
                  <a:lnTo>
                    <a:pt x="322173" y="368350"/>
                  </a:lnTo>
                  <a:lnTo>
                    <a:pt x="322199" y="365810"/>
                  </a:lnTo>
                  <a:lnTo>
                    <a:pt x="322275" y="359460"/>
                  </a:lnTo>
                  <a:lnTo>
                    <a:pt x="322300" y="358190"/>
                  </a:lnTo>
                  <a:lnTo>
                    <a:pt x="322122" y="358190"/>
                  </a:lnTo>
                  <a:lnTo>
                    <a:pt x="321792" y="356920"/>
                  </a:lnTo>
                  <a:lnTo>
                    <a:pt x="321221" y="356920"/>
                  </a:lnTo>
                  <a:lnTo>
                    <a:pt x="320497" y="355650"/>
                  </a:lnTo>
                  <a:lnTo>
                    <a:pt x="319227" y="354380"/>
                  </a:lnTo>
                  <a:lnTo>
                    <a:pt x="318325" y="353110"/>
                  </a:lnTo>
                  <a:lnTo>
                    <a:pt x="315887" y="353110"/>
                  </a:lnTo>
                  <a:lnTo>
                    <a:pt x="315607" y="351840"/>
                  </a:lnTo>
                  <a:lnTo>
                    <a:pt x="315582" y="360730"/>
                  </a:lnTo>
                  <a:lnTo>
                    <a:pt x="315582" y="363270"/>
                  </a:lnTo>
                  <a:lnTo>
                    <a:pt x="315341" y="364540"/>
                  </a:lnTo>
                  <a:lnTo>
                    <a:pt x="314667" y="364540"/>
                  </a:lnTo>
                  <a:lnTo>
                    <a:pt x="314515" y="365810"/>
                  </a:lnTo>
                  <a:lnTo>
                    <a:pt x="310502" y="365810"/>
                  </a:lnTo>
                  <a:lnTo>
                    <a:pt x="309791" y="364540"/>
                  </a:lnTo>
                  <a:lnTo>
                    <a:pt x="309308" y="363270"/>
                  </a:lnTo>
                  <a:lnTo>
                    <a:pt x="309308" y="362000"/>
                  </a:lnTo>
                  <a:lnTo>
                    <a:pt x="309549" y="362000"/>
                  </a:lnTo>
                  <a:lnTo>
                    <a:pt x="310540" y="360730"/>
                  </a:lnTo>
                  <a:lnTo>
                    <a:pt x="311429" y="359460"/>
                  </a:lnTo>
                  <a:lnTo>
                    <a:pt x="314172" y="359460"/>
                  </a:lnTo>
                  <a:lnTo>
                    <a:pt x="315582" y="360730"/>
                  </a:lnTo>
                  <a:lnTo>
                    <a:pt x="315582" y="351840"/>
                  </a:lnTo>
                  <a:lnTo>
                    <a:pt x="306438" y="351840"/>
                  </a:lnTo>
                  <a:lnTo>
                    <a:pt x="301561" y="356920"/>
                  </a:lnTo>
                  <a:lnTo>
                    <a:pt x="301561" y="364540"/>
                  </a:lnTo>
                  <a:lnTo>
                    <a:pt x="302133" y="367080"/>
                  </a:lnTo>
                  <a:lnTo>
                    <a:pt x="303161" y="368350"/>
                  </a:lnTo>
                  <a:lnTo>
                    <a:pt x="258521" y="426770"/>
                  </a:lnTo>
                  <a:lnTo>
                    <a:pt x="264071" y="382320"/>
                  </a:lnTo>
                  <a:lnTo>
                    <a:pt x="275628" y="367080"/>
                  </a:lnTo>
                  <a:lnTo>
                    <a:pt x="309372" y="322630"/>
                  </a:lnTo>
                  <a:lnTo>
                    <a:pt x="317627" y="322630"/>
                  </a:lnTo>
                  <a:lnTo>
                    <a:pt x="317792" y="321360"/>
                  </a:lnTo>
                  <a:lnTo>
                    <a:pt x="319481" y="321360"/>
                  </a:lnTo>
                  <a:lnTo>
                    <a:pt x="320192" y="320090"/>
                  </a:lnTo>
                  <a:lnTo>
                    <a:pt x="320700" y="320090"/>
                  </a:lnTo>
                  <a:lnTo>
                    <a:pt x="321259" y="318820"/>
                  </a:lnTo>
                  <a:lnTo>
                    <a:pt x="321564" y="318820"/>
                  </a:lnTo>
                  <a:lnTo>
                    <a:pt x="322008" y="317550"/>
                  </a:lnTo>
                  <a:lnTo>
                    <a:pt x="321970" y="315010"/>
                  </a:lnTo>
                  <a:lnTo>
                    <a:pt x="321919" y="309930"/>
                  </a:lnTo>
                  <a:lnTo>
                    <a:pt x="321894" y="307390"/>
                  </a:lnTo>
                  <a:lnTo>
                    <a:pt x="321627" y="306120"/>
                  </a:lnTo>
                  <a:lnTo>
                    <a:pt x="320992" y="306120"/>
                  </a:lnTo>
                  <a:lnTo>
                    <a:pt x="320611" y="304850"/>
                  </a:lnTo>
                  <a:lnTo>
                    <a:pt x="319633" y="304850"/>
                  </a:lnTo>
                  <a:lnTo>
                    <a:pt x="319506" y="303580"/>
                  </a:lnTo>
                  <a:lnTo>
                    <a:pt x="317957" y="303580"/>
                  </a:lnTo>
                  <a:lnTo>
                    <a:pt x="316788" y="302310"/>
                  </a:lnTo>
                  <a:lnTo>
                    <a:pt x="315099" y="302310"/>
                  </a:lnTo>
                  <a:lnTo>
                    <a:pt x="315099" y="311200"/>
                  </a:lnTo>
                  <a:lnTo>
                    <a:pt x="314998" y="313740"/>
                  </a:lnTo>
                  <a:lnTo>
                    <a:pt x="314896" y="315010"/>
                  </a:lnTo>
                  <a:lnTo>
                    <a:pt x="310718" y="315010"/>
                  </a:lnTo>
                  <a:lnTo>
                    <a:pt x="309308" y="313740"/>
                  </a:lnTo>
                  <a:lnTo>
                    <a:pt x="309308" y="312470"/>
                  </a:lnTo>
                  <a:lnTo>
                    <a:pt x="309892" y="311200"/>
                  </a:lnTo>
                  <a:lnTo>
                    <a:pt x="310362" y="309930"/>
                  </a:lnTo>
                  <a:lnTo>
                    <a:pt x="314769" y="309930"/>
                  </a:lnTo>
                  <a:lnTo>
                    <a:pt x="315099" y="311200"/>
                  </a:lnTo>
                  <a:lnTo>
                    <a:pt x="315099" y="302310"/>
                  </a:lnTo>
                  <a:lnTo>
                    <a:pt x="314388" y="302310"/>
                  </a:lnTo>
                  <a:lnTo>
                    <a:pt x="313613" y="301040"/>
                  </a:lnTo>
                  <a:lnTo>
                    <a:pt x="306438" y="301040"/>
                  </a:lnTo>
                  <a:lnTo>
                    <a:pt x="301561" y="306120"/>
                  </a:lnTo>
                  <a:lnTo>
                    <a:pt x="301561" y="315010"/>
                  </a:lnTo>
                  <a:lnTo>
                    <a:pt x="302158" y="316280"/>
                  </a:lnTo>
                  <a:lnTo>
                    <a:pt x="303199" y="318820"/>
                  </a:lnTo>
                  <a:lnTo>
                    <a:pt x="266014" y="367080"/>
                  </a:lnTo>
                  <a:lnTo>
                    <a:pt x="271538" y="323900"/>
                  </a:lnTo>
                  <a:lnTo>
                    <a:pt x="282879" y="308660"/>
                  </a:lnTo>
                  <a:lnTo>
                    <a:pt x="306514" y="276910"/>
                  </a:lnTo>
                  <a:lnTo>
                    <a:pt x="306514" y="252780"/>
                  </a:lnTo>
                  <a:lnTo>
                    <a:pt x="306514" y="241350"/>
                  </a:lnTo>
                  <a:lnTo>
                    <a:pt x="316547" y="227380"/>
                  </a:lnTo>
                  <a:lnTo>
                    <a:pt x="320052" y="227380"/>
                  </a:lnTo>
                  <a:lnTo>
                    <a:pt x="321614" y="231190"/>
                  </a:lnTo>
                  <a:lnTo>
                    <a:pt x="325577" y="233730"/>
                  </a:lnTo>
                  <a:lnTo>
                    <a:pt x="334848" y="233730"/>
                  </a:lnTo>
                  <a:lnTo>
                    <a:pt x="338823" y="231190"/>
                  </a:lnTo>
                  <a:lnTo>
                    <a:pt x="340385" y="227380"/>
                  </a:lnTo>
                  <a:lnTo>
                    <a:pt x="356603" y="227380"/>
                  </a:lnTo>
                  <a:lnTo>
                    <a:pt x="357974" y="231190"/>
                  </a:lnTo>
                  <a:lnTo>
                    <a:pt x="361162" y="233730"/>
                  </a:lnTo>
                  <a:lnTo>
                    <a:pt x="365023" y="233730"/>
                  </a:lnTo>
                  <a:lnTo>
                    <a:pt x="365023" y="226110"/>
                  </a:lnTo>
                  <a:lnTo>
                    <a:pt x="364312" y="226110"/>
                  </a:lnTo>
                  <a:lnTo>
                    <a:pt x="363715" y="223570"/>
                  </a:lnTo>
                  <a:lnTo>
                    <a:pt x="363639" y="221030"/>
                  </a:lnTo>
                  <a:lnTo>
                    <a:pt x="365036" y="219760"/>
                  </a:lnTo>
                  <a:lnTo>
                    <a:pt x="368147" y="219760"/>
                  </a:lnTo>
                  <a:lnTo>
                    <a:pt x="369316" y="221030"/>
                  </a:lnTo>
                  <a:lnTo>
                    <a:pt x="369862" y="222300"/>
                  </a:lnTo>
                  <a:lnTo>
                    <a:pt x="369912" y="224840"/>
                  </a:lnTo>
                  <a:lnTo>
                    <a:pt x="369912" y="212140"/>
                  </a:lnTo>
                  <a:lnTo>
                    <a:pt x="362140" y="212140"/>
                  </a:lnTo>
                  <a:lnTo>
                    <a:pt x="358165" y="215950"/>
                  </a:lnTo>
                  <a:lnTo>
                    <a:pt x="356603" y="219760"/>
                  </a:lnTo>
                  <a:lnTo>
                    <a:pt x="340385" y="219760"/>
                  </a:lnTo>
                  <a:lnTo>
                    <a:pt x="338823" y="215950"/>
                  </a:lnTo>
                  <a:lnTo>
                    <a:pt x="334860" y="212140"/>
                  </a:lnTo>
                  <a:lnTo>
                    <a:pt x="333349" y="212140"/>
                  </a:lnTo>
                  <a:lnTo>
                    <a:pt x="333349" y="221030"/>
                  </a:lnTo>
                  <a:lnTo>
                    <a:pt x="333349" y="224840"/>
                  </a:lnTo>
                  <a:lnTo>
                    <a:pt x="331952" y="226110"/>
                  </a:lnTo>
                  <a:lnTo>
                    <a:pt x="328485" y="226110"/>
                  </a:lnTo>
                  <a:lnTo>
                    <a:pt x="327075" y="224840"/>
                  </a:lnTo>
                  <a:lnTo>
                    <a:pt x="327075" y="221030"/>
                  </a:lnTo>
                  <a:lnTo>
                    <a:pt x="328485" y="219760"/>
                  </a:lnTo>
                  <a:lnTo>
                    <a:pt x="331952" y="219760"/>
                  </a:lnTo>
                  <a:lnTo>
                    <a:pt x="333349" y="221030"/>
                  </a:lnTo>
                  <a:lnTo>
                    <a:pt x="333349" y="212140"/>
                  </a:lnTo>
                  <a:lnTo>
                    <a:pt x="325577" y="212140"/>
                  </a:lnTo>
                  <a:lnTo>
                    <a:pt x="321614" y="215950"/>
                  </a:lnTo>
                  <a:lnTo>
                    <a:pt x="320052" y="219760"/>
                  </a:lnTo>
                  <a:lnTo>
                    <a:pt x="312496" y="219760"/>
                  </a:lnTo>
                  <a:lnTo>
                    <a:pt x="298780" y="239268"/>
                  </a:lnTo>
                  <a:lnTo>
                    <a:pt x="298780" y="252780"/>
                  </a:lnTo>
                  <a:lnTo>
                    <a:pt x="298780" y="274370"/>
                  </a:lnTo>
                  <a:lnTo>
                    <a:pt x="273494" y="308660"/>
                  </a:lnTo>
                  <a:lnTo>
                    <a:pt x="276440" y="284530"/>
                  </a:lnTo>
                  <a:lnTo>
                    <a:pt x="288048" y="268020"/>
                  </a:lnTo>
                  <a:lnTo>
                    <a:pt x="298780" y="252780"/>
                  </a:lnTo>
                  <a:lnTo>
                    <a:pt x="298780" y="239268"/>
                  </a:lnTo>
                  <a:lnTo>
                    <a:pt x="278549" y="268020"/>
                  </a:lnTo>
                  <a:lnTo>
                    <a:pt x="283375" y="229920"/>
                  </a:lnTo>
                  <a:lnTo>
                    <a:pt x="283895" y="229920"/>
                  </a:lnTo>
                  <a:lnTo>
                    <a:pt x="286486" y="224840"/>
                  </a:lnTo>
                  <a:lnTo>
                    <a:pt x="295681" y="209600"/>
                  </a:lnTo>
                  <a:lnTo>
                    <a:pt x="296278" y="208330"/>
                  </a:lnTo>
                  <a:lnTo>
                    <a:pt x="302628" y="200710"/>
                  </a:lnTo>
                  <a:lnTo>
                    <a:pt x="310489" y="193090"/>
                  </a:lnTo>
                  <a:lnTo>
                    <a:pt x="319608" y="189280"/>
                  </a:lnTo>
                  <a:lnTo>
                    <a:pt x="329742" y="185470"/>
                  </a:lnTo>
                  <a:lnTo>
                    <a:pt x="344500" y="185470"/>
                  </a:lnTo>
                  <a:lnTo>
                    <a:pt x="345338" y="186740"/>
                  </a:lnTo>
                  <a:lnTo>
                    <a:pt x="350761" y="186740"/>
                  </a:lnTo>
                  <a:lnTo>
                    <a:pt x="351967" y="188010"/>
                  </a:lnTo>
                  <a:lnTo>
                    <a:pt x="353999" y="188010"/>
                  </a:lnTo>
                  <a:lnTo>
                    <a:pt x="355498" y="189280"/>
                  </a:lnTo>
                  <a:lnTo>
                    <a:pt x="357200" y="189280"/>
                  </a:lnTo>
                  <a:lnTo>
                    <a:pt x="358140" y="190550"/>
                  </a:lnTo>
                  <a:lnTo>
                    <a:pt x="359956" y="190550"/>
                  </a:lnTo>
                  <a:lnTo>
                    <a:pt x="361556" y="191820"/>
                  </a:lnTo>
                  <a:lnTo>
                    <a:pt x="364261" y="193090"/>
                  </a:lnTo>
                  <a:lnTo>
                    <a:pt x="365556" y="194360"/>
                  </a:lnTo>
                  <a:lnTo>
                    <a:pt x="365721" y="194360"/>
                  </a:lnTo>
                  <a:lnTo>
                    <a:pt x="368223" y="196900"/>
                  </a:lnTo>
                  <a:lnTo>
                    <a:pt x="370192" y="198170"/>
                  </a:lnTo>
                  <a:lnTo>
                    <a:pt x="371322" y="199440"/>
                  </a:lnTo>
                  <a:lnTo>
                    <a:pt x="372579" y="200710"/>
                  </a:lnTo>
                  <a:lnTo>
                    <a:pt x="374065" y="201980"/>
                  </a:lnTo>
                  <a:lnTo>
                    <a:pt x="376072" y="204520"/>
                  </a:lnTo>
                  <a:lnTo>
                    <a:pt x="377253" y="205790"/>
                  </a:lnTo>
                  <a:lnTo>
                    <a:pt x="378180" y="207060"/>
                  </a:lnTo>
                  <a:lnTo>
                    <a:pt x="379399" y="209600"/>
                  </a:lnTo>
                  <a:lnTo>
                    <a:pt x="380936" y="212140"/>
                  </a:lnTo>
                  <a:lnTo>
                    <a:pt x="381431" y="213410"/>
                  </a:lnTo>
                  <a:lnTo>
                    <a:pt x="382193" y="214680"/>
                  </a:lnTo>
                  <a:lnTo>
                    <a:pt x="383095" y="217220"/>
                  </a:lnTo>
                  <a:lnTo>
                    <a:pt x="383857" y="218490"/>
                  </a:lnTo>
                  <a:lnTo>
                    <a:pt x="384009" y="219760"/>
                  </a:lnTo>
                  <a:lnTo>
                    <a:pt x="384009" y="202653"/>
                  </a:lnTo>
                  <a:lnTo>
                    <a:pt x="379399" y="196900"/>
                  </a:lnTo>
                  <a:lnTo>
                    <a:pt x="412661" y="196900"/>
                  </a:lnTo>
                  <a:lnTo>
                    <a:pt x="427609" y="210870"/>
                  </a:lnTo>
                  <a:lnTo>
                    <a:pt x="450735" y="210870"/>
                  </a:lnTo>
                  <a:lnTo>
                    <a:pt x="451612" y="213410"/>
                  </a:lnTo>
                  <a:lnTo>
                    <a:pt x="454596" y="219760"/>
                  </a:lnTo>
                  <a:lnTo>
                    <a:pt x="457987" y="229920"/>
                  </a:lnTo>
                  <a:lnTo>
                    <a:pt x="460717" y="245160"/>
                  </a:lnTo>
                  <a:lnTo>
                    <a:pt x="461467" y="260400"/>
                  </a:lnTo>
                  <a:lnTo>
                    <a:pt x="461530" y="261670"/>
                  </a:lnTo>
                  <a:lnTo>
                    <a:pt x="461657" y="264210"/>
                  </a:lnTo>
                  <a:lnTo>
                    <a:pt x="461721" y="265480"/>
                  </a:lnTo>
                  <a:lnTo>
                    <a:pt x="461721" y="167386"/>
                  </a:lnTo>
                  <a:lnTo>
                    <a:pt x="458038" y="163880"/>
                  </a:lnTo>
                  <a:lnTo>
                    <a:pt x="451561" y="160070"/>
                  </a:lnTo>
                  <a:lnTo>
                    <a:pt x="444461" y="158800"/>
                  </a:lnTo>
                  <a:lnTo>
                    <a:pt x="437235" y="160070"/>
                  </a:lnTo>
                  <a:lnTo>
                    <a:pt x="433412" y="161340"/>
                  </a:lnTo>
                  <a:lnTo>
                    <a:pt x="430276" y="163880"/>
                  </a:lnTo>
                  <a:lnTo>
                    <a:pt x="423405" y="167690"/>
                  </a:lnTo>
                  <a:lnTo>
                    <a:pt x="446900" y="203250"/>
                  </a:lnTo>
                  <a:lnTo>
                    <a:pt x="430974" y="203250"/>
                  </a:lnTo>
                  <a:lnTo>
                    <a:pt x="424789" y="196900"/>
                  </a:lnTo>
                  <a:lnTo>
                    <a:pt x="416153" y="188010"/>
                  </a:lnTo>
                  <a:lnTo>
                    <a:pt x="370674" y="188010"/>
                  </a:lnTo>
                  <a:lnTo>
                    <a:pt x="365747" y="185470"/>
                  </a:lnTo>
                  <a:lnTo>
                    <a:pt x="363283" y="184200"/>
                  </a:lnTo>
                  <a:lnTo>
                    <a:pt x="360603" y="182930"/>
                  </a:lnTo>
                  <a:lnTo>
                    <a:pt x="355231" y="180390"/>
                  </a:lnTo>
                  <a:lnTo>
                    <a:pt x="346595" y="177850"/>
                  </a:lnTo>
                  <a:lnTo>
                    <a:pt x="329653" y="177850"/>
                  </a:lnTo>
                  <a:lnTo>
                    <a:pt x="322084" y="179120"/>
                  </a:lnTo>
                  <a:lnTo>
                    <a:pt x="315150" y="182930"/>
                  </a:lnTo>
                  <a:lnTo>
                    <a:pt x="330606" y="167690"/>
                  </a:lnTo>
                  <a:lnTo>
                    <a:pt x="309549" y="167690"/>
                  </a:lnTo>
                  <a:lnTo>
                    <a:pt x="338086" y="138480"/>
                  </a:lnTo>
                  <a:lnTo>
                    <a:pt x="298919" y="111810"/>
                  </a:lnTo>
                  <a:lnTo>
                    <a:pt x="418452" y="111810"/>
                  </a:lnTo>
                  <a:lnTo>
                    <a:pt x="421868" y="114350"/>
                  </a:lnTo>
                  <a:lnTo>
                    <a:pt x="433768" y="125780"/>
                  </a:lnTo>
                  <a:lnTo>
                    <a:pt x="448665" y="125780"/>
                  </a:lnTo>
                  <a:lnTo>
                    <a:pt x="458952" y="127050"/>
                  </a:lnTo>
                  <a:lnTo>
                    <a:pt x="469976" y="130860"/>
                  </a:lnTo>
                  <a:lnTo>
                    <a:pt x="476745" y="139750"/>
                  </a:lnTo>
                  <a:lnTo>
                    <a:pt x="476846" y="151180"/>
                  </a:lnTo>
                  <a:lnTo>
                    <a:pt x="476846" y="33337"/>
                  </a:lnTo>
                  <a:lnTo>
                    <a:pt x="379933" y="29260"/>
                  </a:lnTo>
                  <a:lnTo>
                    <a:pt x="359117" y="29260"/>
                  </a:lnTo>
                  <a:lnTo>
                    <a:pt x="297370" y="30530"/>
                  </a:lnTo>
                  <a:lnTo>
                    <a:pt x="239839" y="34340"/>
                  </a:lnTo>
                  <a:lnTo>
                    <a:pt x="187706" y="39420"/>
                  </a:lnTo>
                  <a:lnTo>
                    <a:pt x="104330" y="53390"/>
                  </a:lnTo>
                  <a:lnTo>
                    <a:pt x="104330" y="105460"/>
                  </a:lnTo>
                  <a:lnTo>
                    <a:pt x="156489" y="105460"/>
                  </a:lnTo>
                  <a:lnTo>
                    <a:pt x="156489" y="157530"/>
                  </a:lnTo>
                  <a:lnTo>
                    <a:pt x="104330" y="157530"/>
                  </a:lnTo>
                  <a:lnTo>
                    <a:pt x="104330" y="105460"/>
                  </a:lnTo>
                  <a:lnTo>
                    <a:pt x="0" y="105460"/>
                  </a:lnTo>
                  <a:lnTo>
                    <a:pt x="0" y="157530"/>
                  </a:lnTo>
                  <a:lnTo>
                    <a:pt x="49110" y="157530"/>
                  </a:lnTo>
                  <a:lnTo>
                    <a:pt x="49225" y="199440"/>
                  </a:lnTo>
                  <a:lnTo>
                    <a:pt x="51181" y="241350"/>
                  </a:lnTo>
                  <a:lnTo>
                    <a:pt x="51295" y="243890"/>
                  </a:lnTo>
                  <a:lnTo>
                    <a:pt x="51409" y="246430"/>
                  </a:lnTo>
                  <a:lnTo>
                    <a:pt x="58204" y="294690"/>
                  </a:lnTo>
                  <a:lnTo>
                    <a:pt x="69278" y="341680"/>
                  </a:lnTo>
                  <a:lnTo>
                    <a:pt x="84416" y="386130"/>
                  </a:lnTo>
                  <a:lnTo>
                    <a:pt x="103416" y="429310"/>
                  </a:lnTo>
                  <a:lnTo>
                    <a:pt x="126072" y="469950"/>
                  </a:lnTo>
                  <a:lnTo>
                    <a:pt x="152171" y="509320"/>
                  </a:lnTo>
                  <a:lnTo>
                    <a:pt x="181508" y="544880"/>
                  </a:lnTo>
                  <a:lnTo>
                    <a:pt x="213868" y="579170"/>
                  </a:lnTo>
                  <a:lnTo>
                    <a:pt x="249059" y="608380"/>
                  </a:lnTo>
                  <a:lnTo>
                    <a:pt x="286880" y="636320"/>
                  </a:lnTo>
                  <a:lnTo>
                    <a:pt x="327088" y="660450"/>
                  </a:lnTo>
                  <a:lnTo>
                    <a:pt x="369519" y="679500"/>
                  </a:lnTo>
                  <a:lnTo>
                    <a:pt x="411886" y="660450"/>
                  </a:lnTo>
                  <a:lnTo>
                    <a:pt x="452056" y="636320"/>
                  </a:lnTo>
                  <a:lnTo>
                    <a:pt x="489826" y="608380"/>
                  </a:lnTo>
                  <a:lnTo>
                    <a:pt x="524979" y="579170"/>
                  </a:lnTo>
                  <a:lnTo>
                    <a:pt x="557326" y="544880"/>
                  </a:lnTo>
                  <a:lnTo>
                    <a:pt x="575132" y="523290"/>
                  </a:lnTo>
                  <a:lnTo>
                    <a:pt x="581418" y="515670"/>
                  </a:lnTo>
                  <a:lnTo>
                    <a:pt x="586651" y="509320"/>
                  </a:lnTo>
                  <a:lnTo>
                    <a:pt x="595350" y="496620"/>
                  </a:lnTo>
                  <a:lnTo>
                    <a:pt x="600570" y="489000"/>
                  </a:lnTo>
                  <a:lnTo>
                    <a:pt x="612749" y="471220"/>
                  </a:lnTo>
                  <a:lnTo>
                    <a:pt x="597382" y="471220"/>
                  </a:lnTo>
                  <a:lnTo>
                    <a:pt x="597382" y="421690"/>
                  </a:lnTo>
                  <a:lnTo>
                    <a:pt x="597382" y="419150"/>
                  </a:lnTo>
                  <a:lnTo>
                    <a:pt x="640842" y="419150"/>
                  </a:lnTo>
                  <a:lnTo>
                    <a:pt x="642924" y="414070"/>
                  </a:lnTo>
                  <a:lnTo>
                    <a:pt x="658025" y="377240"/>
                  </a:lnTo>
                  <a:lnTo>
                    <a:pt x="671715" y="334060"/>
                  </a:lnTo>
                  <a:lnTo>
                    <a:pt x="681710" y="289610"/>
                  </a:lnTo>
                  <a:lnTo>
                    <a:pt x="687844" y="243890"/>
                  </a:lnTo>
                  <a:lnTo>
                    <a:pt x="688289" y="233730"/>
                  </a:lnTo>
                  <a:lnTo>
                    <a:pt x="688403" y="231190"/>
                  </a:lnTo>
                  <a:lnTo>
                    <a:pt x="688454" y="229920"/>
                  </a:lnTo>
                  <a:lnTo>
                    <a:pt x="688568" y="227380"/>
                  </a:lnTo>
                  <a:lnTo>
                    <a:pt x="688682" y="224840"/>
                  </a:lnTo>
                  <a:lnTo>
                    <a:pt x="688797" y="222300"/>
                  </a:lnTo>
                  <a:lnTo>
                    <a:pt x="688911" y="219760"/>
                  </a:lnTo>
                  <a:lnTo>
                    <a:pt x="689025" y="217220"/>
                  </a:lnTo>
                  <a:lnTo>
                    <a:pt x="689127" y="214680"/>
                  </a:lnTo>
                  <a:lnTo>
                    <a:pt x="689241" y="212140"/>
                  </a:lnTo>
                  <a:lnTo>
                    <a:pt x="689356" y="209600"/>
                  </a:lnTo>
                  <a:lnTo>
                    <a:pt x="689470" y="207060"/>
                  </a:lnTo>
                  <a:lnTo>
                    <a:pt x="689584" y="204520"/>
                  </a:lnTo>
                  <a:lnTo>
                    <a:pt x="689635" y="203250"/>
                  </a:lnTo>
                  <a:lnTo>
                    <a:pt x="689749" y="200710"/>
                  </a:lnTo>
                  <a:lnTo>
                    <a:pt x="689864" y="198170"/>
                  </a:lnTo>
                  <a:lnTo>
                    <a:pt x="689927" y="177850"/>
                  </a:lnTo>
                  <a:lnTo>
                    <a:pt x="689927" y="111810"/>
                  </a:lnTo>
                  <a:lnTo>
                    <a:pt x="689927" y="64820"/>
                  </a:lnTo>
                  <a:close/>
                </a:path>
                <a:path w="702310" h="680085">
                  <a:moveTo>
                    <a:pt x="701713" y="470217"/>
                  </a:moveTo>
                  <a:lnTo>
                    <a:pt x="649554" y="470217"/>
                  </a:lnTo>
                  <a:lnTo>
                    <a:pt x="649554" y="522376"/>
                  </a:lnTo>
                  <a:lnTo>
                    <a:pt x="701713" y="522376"/>
                  </a:lnTo>
                  <a:lnTo>
                    <a:pt x="701713" y="470217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A8A1C8DB-F07E-2117-8CCC-FA9B19944D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74609" y="1957355"/>
              <a:ext cx="2022972" cy="336331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A8AC627A-97F1-3DB4-4F5A-9CD8516E2B68}"/>
                </a:ext>
              </a:extLst>
            </p:cNvPr>
            <p:cNvSpPr/>
            <p:nvPr/>
          </p:nvSpPr>
          <p:spPr>
            <a:xfrm>
              <a:off x="4159608" y="5475108"/>
              <a:ext cx="6920865" cy="0"/>
            </a:xfrm>
            <a:custGeom>
              <a:avLst/>
              <a:gdLst/>
              <a:ahLst/>
              <a:cxnLst/>
              <a:rect l="l" t="t" r="r" b="b"/>
              <a:pathLst>
                <a:path w="6920865">
                  <a:moveTo>
                    <a:pt x="0" y="0"/>
                  </a:moveTo>
                  <a:lnTo>
                    <a:pt x="692078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EF64A23-F468-16D7-4D2C-A16BF29FC05A}"/>
                </a:ext>
              </a:extLst>
            </p:cNvPr>
            <p:cNvSpPr/>
            <p:nvPr/>
          </p:nvSpPr>
          <p:spPr>
            <a:xfrm>
              <a:off x="7620000" y="1785767"/>
              <a:ext cx="0" cy="680085"/>
            </a:xfrm>
            <a:custGeom>
              <a:avLst/>
              <a:gdLst/>
              <a:ahLst/>
              <a:cxnLst/>
              <a:rect l="l" t="t" r="r" b="b"/>
              <a:pathLst>
                <a:path h="680085">
                  <a:moveTo>
                    <a:pt x="0" y="0"/>
                  </a:moveTo>
                  <a:lnTo>
                    <a:pt x="0" y="6795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9EB6686A-6102-885C-5748-11E8E6BC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545" y="2772202"/>
            <a:ext cx="10202644" cy="1500411"/>
          </a:xfrm>
        </p:spPr>
        <p:txBody>
          <a:bodyPr/>
          <a:lstStyle/>
          <a:p>
            <a:pPr algn="ctr"/>
            <a:r>
              <a:rPr lang="en-US" dirty="0">
                <a:latin typeface="Franklin Gothic Medium" panose="020B0603020102020204" pitchFamily="34" charset="0"/>
              </a:rPr>
              <a:t>  THEY ALL FLOAT</a:t>
            </a:r>
          </a:p>
        </p:txBody>
      </p:sp>
      <p:sp>
        <p:nvSpPr>
          <p:cNvPr id="2" name="Title 21">
            <a:extLst>
              <a:ext uri="{FF2B5EF4-FFF2-40B4-BE49-F238E27FC236}">
                <a16:creationId xmlns:a16="http://schemas.microsoft.com/office/drawing/2014/main" id="{D2577937-C73E-6DF1-DD49-34AAED399438}"/>
              </a:ext>
            </a:extLst>
          </p:cNvPr>
          <p:cNvSpPr txBox="1">
            <a:spLocks/>
          </p:cNvSpPr>
          <p:nvPr/>
        </p:nvSpPr>
        <p:spPr>
          <a:xfrm>
            <a:off x="2455545" y="3911600"/>
            <a:ext cx="10202644" cy="15004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50" b="1" i="0">
                <a:solidFill>
                  <a:schemeClr val="bg1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algn="ctr"/>
            <a:r>
              <a:rPr lang="en-US" dirty="0">
                <a:latin typeface="Franklin Gothic Medium" panose="020B0603020102020204" pitchFamily="34" charset="0"/>
              </a:rPr>
              <a:t>  DOWN HERE</a:t>
            </a: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9E7AA61A-CFD5-AF3B-41A5-33E49AA87A8F}"/>
              </a:ext>
            </a:extLst>
          </p:cNvPr>
          <p:cNvSpPr txBox="1"/>
          <p:nvPr/>
        </p:nvSpPr>
        <p:spPr>
          <a:xfrm>
            <a:off x="4948389" y="1839393"/>
            <a:ext cx="6222979" cy="4712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07690">
              <a:lnSpc>
                <a:spcPct val="100000"/>
              </a:lnSpc>
            </a:pPr>
            <a:r>
              <a:rPr sz="2950" b="1" spc="28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PC</a:t>
            </a:r>
            <a:r>
              <a:rPr lang="en-US" sz="2950" b="1" spc="28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8</a:t>
            </a:r>
            <a:r>
              <a:rPr sz="2950" b="1" spc="55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 </a:t>
            </a:r>
            <a:r>
              <a:rPr sz="2950" b="1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-</a:t>
            </a:r>
            <a:r>
              <a:rPr sz="2950" b="1" spc="6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 </a:t>
            </a:r>
            <a:r>
              <a:rPr sz="2950" b="1" spc="27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ROUND</a:t>
            </a:r>
            <a:r>
              <a:rPr sz="2950" b="1" spc="6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 </a:t>
            </a:r>
            <a:r>
              <a:rPr lang="en-US" sz="2950" b="1" spc="60" dirty="0">
                <a:solidFill>
                  <a:srgbClr val="FFFFFF"/>
                </a:solidFill>
                <a:latin typeface="Franklin Gothic Medium" panose="020B0603020102020204" pitchFamily="34" charset="0"/>
                <a:cs typeface="Century Gothic"/>
              </a:rPr>
              <a:t>1</a:t>
            </a:r>
            <a:endParaRPr sz="2950" dirty="0">
              <a:latin typeface="Franklin Gothic Medium" panose="020B0603020102020204" pitchFamily="34" charset="0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2382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e7aefc-6499-4d81-8dea-4fd32035678b">
      <Terms xmlns="http://schemas.microsoft.com/office/infopath/2007/PartnerControls"/>
    </lcf76f155ced4ddcb4097134ff3c332f>
    <TaxCatchAll xmlns="69d4d371-ec28-4fd6-9bcd-688a2ee0988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829D6796E5084AB71CC4F7F66EE878" ma:contentTypeVersion="12" ma:contentTypeDescription="Create a new document." ma:contentTypeScope="" ma:versionID="d7f17d649395563663be2ee5f975c1d7">
  <xsd:schema xmlns:xsd="http://www.w3.org/2001/XMLSchema" xmlns:xs="http://www.w3.org/2001/XMLSchema" xmlns:p="http://schemas.microsoft.com/office/2006/metadata/properties" xmlns:ns2="d9e7aefc-6499-4d81-8dea-4fd32035678b" xmlns:ns3="69d4d371-ec28-4fd6-9bcd-688a2ee09887" targetNamespace="http://schemas.microsoft.com/office/2006/metadata/properties" ma:root="true" ma:fieldsID="6404cfdf8616d7a5b23fa35be095a6b2" ns2:_="" ns3:_="">
    <xsd:import namespace="d9e7aefc-6499-4d81-8dea-4fd32035678b"/>
    <xsd:import namespace="69d4d371-ec28-4fd6-9bcd-688a2ee098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e7aefc-6499-4d81-8dea-4fd320356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a2d3f1-5a01-46cd-aaf1-8114db27f1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d4d371-ec28-4fd6-9bcd-688a2ee0988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5607ed1-4667-4895-af7b-50c92d812e49}" ma:internalName="TaxCatchAll" ma:showField="CatchAllData" ma:web="69d4d371-ec28-4fd6-9bcd-688a2ee098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AC1632-AFAE-4E2E-AB58-EE517B7A8C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E66D62-6CD4-42E4-8002-BBAE6AF66260}">
  <ds:schemaRefs>
    <ds:schemaRef ds:uri="http://purl.org/dc/terms/"/>
    <ds:schemaRef ds:uri="http://www.w3.org/XML/1998/namespace"/>
    <ds:schemaRef ds:uri="http://purl.org/dc/dcmitype/"/>
    <ds:schemaRef ds:uri="c56a21db-5176-477e-839d-0a80ec6a46cd"/>
    <ds:schemaRef ds:uri="http://schemas.microsoft.com/office/2006/documentManagement/types"/>
    <ds:schemaRef ds:uri="http://purl.org/dc/elements/1.1/"/>
    <ds:schemaRef ds:uri="ae00e5dc-5938-4bfa-ac4d-54ca8788476a"/>
    <ds:schemaRef ds:uri="http://schemas.openxmlformats.org/package/2006/metadata/core-properties"/>
    <ds:schemaRef ds:uri="http://schemas.microsoft.com/office/infopath/2007/PartnerControls"/>
    <ds:schemaRef ds:uri="cc2d9c7b-61a1-492f-99c6-108e4b756ad5"/>
    <ds:schemaRef ds:uri="4030b4f1-a1fd-48ec-8cc9-0bb66fc3f421"/>
    <ds:schemaRef ds:uri="http://schemas.microsoft.com/office/2006/metadata/properties"/>
    <ds:schemaRef ds:uri="d9e7aefc-6499-4d81-8dea-4fd32035678b"/>
    <ds:schemaRef ds:uri="69d4d371-ec28-4fd6-9bcd-688a2ee09887"/>
  </ds:schemaRefs>
</ds:datastoreItem>
</file>

<file path=customXml/itemProps3.xml><?xml version="1.0" encoding="utf-8"?>
<ds:datastoreItem xmlns:ds="http://schemas.openxmlformats.org/officeDocument/2006/customXml" ds:itemID="{0DC64E69-D0CB-4F02-80DB-12F95A4357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e7aefc-6499-4d81-8dea-4fd32035678b"/>
    <ds:schemaRef ds:uri="69d4d371-ec28-4fd6-9bcd-688a2ee09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9c11ea7-1863-4567-82c3-521be207f5ef}" enabled="0" method="" siteId="{59c11ea7-1863-4567-82c3-521be207f5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62</Words>
  <Application>Microsoft Macintosh PowerPoint</Application>
  <PresentationFormat>Custom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Franklin Gothic</vt:lpstr>
      <vt:lpstr>Franklin Gothic Medium</vt:lpstr>
      <vt:lpstr>Verdana</vt:lpstr>
      <vt:lpstr>Office Theme</vt:lpstr>
      <vt:lpstr>RANSOMWARE RHAPSODY</vt:lpstr>
      <vt:lpstr>  THEY ALL FLOAT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of the Month_V2</dc:title>
  <dc:creator>Cassieee</dc:creator>
  <cp:lastModifiedBy>Daniel Valencia</cp:lastModifiedBy>
  <cp:revision>3</cp:revision>
  <dcterms:created xsi:type="dcterms:W3CDTF">2025-06-18T18:54:31Z</dcterms:created>
  <dcterms:modified xsi:type="dcterms:W3CDTF">2026-09-09T00:53:32Z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2025-03-03T00:00:00Z</vt:filetime>
  </property>
  <property fmtid="{D5CDD505-2E9C-101B-9397-08002B2CF9AE}" pid="3" name="Creator">
    <vt:lpwstr>Adobe Illustrator 29.2 (Macintosh)</vt:lpwstr>
  </property>
  <property fmtid="{D5CDD505-2E9C-101B-9397-08002B2CF9AE}" pid="4" name="LastSaved">
    <vt:filetime>2025-06-18T00:00:00Z</vt:filetime>
  </property>
  <property fmtid="{D5CDD505-2E9C-101B-9397-08002B2CF9AE}" pid="5" name="Producer">
    <vt:lpwstr>macOS Version 14.7.4 (Build 23H420) Quartz PDFContext</vt:lpwstr>
  </property>
  <property fmtid="{D5CDD505-2E9C-101B-9397-08002B2CF9AE}" pid="6" name="ContentTypeId">
    <vt:lpwstr>0x01010034829D6796E5084AB71CC4F7F66EE878</vt:lpwstr>
  </property>
  <property fmtid="{D5CDD505-2E9C-101B-9397-08002B2CF9AE}" pid="7" name="MediaServiceImageTags">
    <vt:lpwstr/>
  </property>
</Properties>
</file>